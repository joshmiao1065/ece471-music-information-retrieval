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4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39FE5-1349-E751-CDB8-2747736B1862}" v="56" dt="2025-11-24T20:31:40.021"/>
    <p1510:client id="{3161D813-9FD4-4804-985C-FEC032E49A25}" v="675" dt="2025-11-24T23:16:48.409"/>
    <p1510:client id="{813CCDFA-0992-4D66-AC87-8E63FB4F911E}" v="3" dt="2025-11-24T23:22:45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Miao" userId="1a867c1b4baae945" providerId="LiveId" clId="{7FCD0CCA-9320-4F86-BD7E-DCB6565BEAE2}"/>
    <pc:docChg chg="undo custSel addSld modSld">
      <pc:chgData name="Josh Miao" userId="1a867c1b4baae945" providerId="LiveId" clId="{7FCD0CCA-9320-4F86-BD7E-DCB6565BEAE2}" dt="2025-11-24T23:16:48.409" v="1259" actId="1076"/>
      <pc:docMkLst>
        <pc:docMk/>
      </pc:docMkLst>
      <pc:sldChg chg="addSp modSp mod setBg">
        <pc:chgData name="Josh Miao" userId="1a867c1b4baae945" providerId="LiveId" clId="{7FCD0CCA-9320-4F86-BD7E-DCB6565BEAE2}" dt="2025-11-24T19:25:42.630" v="66" actId="26606"/>
        <pc:sldMkLst>
          <pc:docMk/>
          <pc:sldMk cId="3079595204" sldId="256"/>
        </pc:sldMkLst>
        <pc:spChg chg="mo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2" creationId="{76D03A44-A690-19A2-85B1-BDE28DEB37BE}"/>
          </ac:spMkLst>
        </pc:spChg>
        <pc:spChg chg="mo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3" creationId="{D9ED3D5A-15BB-15B6-A859-16EF5D11276F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8" creationId="{8C790BE2-4E4F-4AAF-81A2-4A6F4885EBE6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10" creationId="{D28B54C3-B57B-472A-B96E-1FCB67093DC2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12" creationId="{7DB3C429-F8DA-49B9-AF84-21996FCF78B5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14" creationId="{E12088DD-B1AD-40E0-8B86-1D87A2CCD9BE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16" creationId="{C4C9F2B0-1044-46EB-8AEB-C3BFFDE6C2CC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18" creationId="{0C395952-4E26-45A2-8756-2ADFD6E53C6E}"/>
          </ac:spMkLst>
        </pc:spChg>
        <pc:spChg chg="add">
          <ac:chgData name="Josh Miao" userId="1a867c1b4baae945" providerId="LiveId" clId="{7FCD0CCA-9320-4F86-BD7E-DCB6565BEAE2}" dt="2025-11-24T19:25:42.630" v="66" actId="26606"/>
          <ac:spMkLst>
            <pc:docMk/>
            <pc:sldMk cId="3079595204" sldId="256"/>
            <ac:spMk id="20" creationId="{4734BADF-9461-4621-B112-2D7BABEA7DD0}"/>
          </ac:spMkLst>
        </pc:spChg>
      </pc:sldChg>
      <pc:sldChg chg="addSp modSp mod setBg">
        <pc:chgData name="Josh Miao" userId="1a867c1b4baae945" providerId="LiveId" clId="{7FCD0CCA-9320-4F86-BD7E-DCB6565BEAE2}" dt="2025-11-24T23:16:48.409" v="1259" actId="1076"/>
        <pc:sldMkLst>
          <pc:docMk/>
          <pc:sldMk cId="3042738159" sldId="257"/>
        </pc:sldMkLst>
        <pc:spChg chg="mod">
          <ac:chgData name="Josh Miao" userId="1a867c1b4baae945" providerId="LiveId" clId="{7FCD0CCA-9320-4F86-BD7E-DCB6565BEAE2}" dt="2025-11-24T19:04:36.628" v="6" actId="26606"/>
          <ac:spMkLst>
            <pc:docMk/>
            <pc:sldMk cId="3042738159" sldId="257"/>
            <ac:spMk id="2" creationId="{BF0CB6B1-E427-D498-1F1D-4AB9BADAA4E7}"/>
          </ac:spMkLst>
        </pc:spChg>
        <pc:spChg chg="mod ord">
          <ac:chgData name="Josh Miao" userId="1a867c1b4baae945" providerId="LiveId" clId="{7FCD0CCA-9320-4F86-BD7E-DCB6565BEAE2}" dt="2025-11-24T23:16:46.016" v="1257" actId="20577"/>
          <ac:spMkLst>
            <pc:docMk/>
            <pc:sldMk cId="3042738159" sldId="257"/>
            <ac:spMk id="3" creationId="{DF4BCB1A-AAE5-6B21-B98A-55DFD9A99109}"/>
          </ac:spMkLst>
        </pc:spChg>
        <pc:spChg chg="add">
          <ac:chgData name="Josh Miao" userId="1a867c1b4baae945" providerId="LiveId" clId="{7FCD0CCA-9320-4F86-BD7E-DCB6565BEAE2}" dt="2025-11-24T19:04:36.628" v="6" actId="26606"/>
          <ac:spMkLst>
            <pc:docMk/>
            <pc:sldMk cId="3042738159" sldId="257"/>
            <ac:spMk id="10" creationId="{2596F992-698C-48C0-9D89-70DA4CE927EF}"/>
          </ac:spMkLst>
        </pc:spChg>
        <pc:spChg chg="add">
          <ac:chgData name="Josh Miao" userId="1a867c1b4baae945" providerId="LiveId" clId="{7FCD0CCA-9320-4F86-BD7E-DCB6565BEAE2}" dt="2025-11-24T19:04:36.628" v="6" actId="26606"/>
          <ac:spMkLst>
            <pc:docMk/>
            <pc:sldMk cId="3042738159" sldId="257"/>
            <ac:spMk id="12" creationId="{E7BFF8DC-0AE7-4AD2-9B28-2E5F26D62C30}"/>
          </ac:spMkLst>
        </pc:spChg>
        <pc:spChg chg="add">
          <ac:chgData name="Josh Miao" userId="1a867c1b4baae945" providerId="LiveId" clId="{7FCD0CCA-9320-4F86-BD7E-DCB6565BEAE2}" dt="2025-11-24T19:04:36.628" v="6" actId="26606"/>
          <ac:spMkLst>
            <pc:docMk/>
            <pc:sldMk cId="3042738159" sldId="257"/>
            <ac:spMk id="14" creationId="{7E0162AD-C6E5-4BF8-A453-76ADB36877D3}"/>
          </ac:spMkLst>
        </pc:spChg>
        <pc:picChg chg="mod">
          <ac:chgData name="Josh Miao" userId="1a867c1b4baae945" providerId="LiveId" clId="{7FCD0CCA-9320-4F86-BD7E-DCB6565BEAE2}" dt="2025-11-24T23:16:48.409" v="1259" actId="1076"/>
          <ac:picMkLst>
            <pc:docMk/>
            <pc:sldMk cId="3042738159" sldId="257"/>
            <ac:picMk id="5" creationId="{961E75BD-C699-A0AB-F31C-BC265BD4C17D}"/>
          </ac:picMkLst>
        </pc:picChg>
      </pc:sldChg>
      <pc:sldChg chg="addSp delSp modSp mod setBg">
        <pc:chgData name="Josh Miao" userId="1a867c1b4baae945" providerId="LiveId" clId="{7FCD0CCA-9320-4F86-BD7E-DCB6565BEAE2}" dt="2025-11-24T19:04:43.115" v="7" actId="26606"/>
        <pc:sldMkLst>
          <pc:docMk/>
          <pc:sldMk cId="2106230983" sldId="258"/>
        </pc:sldMkLst>
        <pc:spChg chg="mo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2" creationId="{271C665A-F3B5-24C4-92C1-C84FBCE5BA6A}"/>
          </ac:spMkLst>
        </pc:spChg>
        <pc:spChg chg="del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3" creationId="{1F8441B3-A4AA-BC40-BE36-E830F9CFF958}"/>
          </ac:spMkLst>
        </pc:spChg>
        <pc:spChg chg="ad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9" creationId="{BACC6370-2D7E-4714-9D71-7542949D7D5D}"/>
          </ac:spMkLst>
        </pc:spChg>
        <pc:spChg chg="ad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11" creationId="{256B2C21-A230-48C0-8DF1-C46611373C44}"/>
          </ac:spMkLst>
        </pc:spChg>
        <pc:spChg chg="ad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13" creationId="{3847E18C-932D-4C95-AABA-FEC7C9499AD7}"/>
          </ac:spMkLst>
        </pc:spChg>
        <pc:spChg chg="ad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15" creationId="{3150CB11-0C61-439E-910F-5787759E72A0}"/>
          </ac:spMkLst>
        </pc:spChg>
        <pc:spChg chg="ad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17" creationId="{43F8A58B-5155-44CE-A5FF-7647B47D0A7A}"/>
          </ac:spMkLst>
        </pc:spChg>
        <pc:spChg chg="add">
          <ac:chgData name="Josh Miao" userId="1a867c1b4baae945" providerId="LiveId" clId="{7FCD0CCA-9320-4F86-BD7E-DCB6565BEAE2}" dt="2025-11-24T19:04:43.115" v="7" actId="26606"/>
          <ac:spMkLst>
            <pc:docMk/>
            <pc:sldMk cId="2106230983" sldId="258"/>
            <ac:spMk id="19" creationId="{443F2ACA-E6D6-4028-82DD-F03C262D5DE6}"/>
          </ac:spMkLst>
        </pc:spChg>
        <pc:graphicFrameChg chg="add">
          <ac:chgData name="Josh Miao" userId="1a867c1b4baae945" providerId="LiveId" clId="{7FCD0CCA-9320-4F86-BD7E-DCB6565BEAE2}" dt="2025-11-24T19:04:43.115" v="7" actId="26606"/>
          <ac:graphicFrameMkLst>
            <pc:docMk/>
            <pc:sldMk cId="2106230983" sldId="258"/>
            <ac:graphicFrameMk id="5" creationId="{B3918F05-3263-CE69-6EBD-5371334A468F}"/>
          </ac:graphicFrameMkLst>
        </pc:graphicFrameChg>
      </pc:sldChg>
      <pc:sldChg chg="addSp delSp modSp mod setBg">
        <pc:chgData name="Josh Miao" userId="1a867c1b4baae945" providerId="LiveId" clId="{7FCD0CCA-9320-4F86-BD7E-DCB6565BEAE2}" dt="2025-11-24T22:40:07.857" v="825" actId="20577"/>
        <pc:sldMkLst>
          <pc:docMk/>
          <pc:sldMk cId="3468869717" sldId="259"/>
        </pc:sldMkLst>
        <pc:spChg chg="mo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2" creationId="{687DB874-4117-8480-7759-28973EA01D32}"/>
          </ac:spMkLst>
        </pc:spChg>
        <pc:spChg chg="del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3" creationId="{4F25260F-6658-670E-2CC5-A83FBB1B7284}"/>
          </ac:spMkLst>
        </pc:spChg>
        <pc:spChg chg="ad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9" creationId="{BACC6370-2D7E-4714-9D71-7542949D7D5D}"/>
          </ac:spMkLst>
        </pc:spChg>
        <pc:spChg chg="ad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11" creationId="{256B2C21-A230-48C0-8DF1-C46611373C44}"/>
          </ac:spMkLst>
        </pc:spChg>
        <pc:spChg chg="ad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13" creationId="{3847E18C-932D-4C95-AABA-FEC7C9499AD7}"/>
          </ac:spMkLst>
        </pc:spChg>
        <pc:spChg chg="ad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15" creationId="{3150CB11-0C61-439E-910F-5787759E72A0}"/>
          </ac:spMkLst>
        </pc:spChg>
        <pc:spChg chg="ad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17" creationId="{43F8A58B-5155-44CE-A5FF-7647B47D0A7A}"/>
          </ac:spMkLst>
        </pc:spChg>
        <pc:spChg chg="add">
          <ac:chgData name="Josh Miao" userId="1a867c1b4baae945" providerId="LiveId" clId="{7FCD0CCA-9320-4F86-BD7E-DCB6565BEAE2}" dt="2025-11-24T19:04:49.264" v="8" actId="26606"/>
          <ac:spMkLst>
            <pc:docMk/>
            <pc:sldMk cId="3468869717" sldId="259"/>
            <ac:spMk id="19" creationId="{443F2ACA-E6D6-4028-82DD-F03C262D5DE6}"/>
          </ac:spMkLst>
        </pc:spChg>
        <pc:graphicFrameChg chg="add mod modGraphic">
          <ac:chgData name="Josh Miao" userId="1a867c1b4baae945" providerId="LiveId" clId="{7FCD0CCA-9320-4F86-BD7E-DCB6565BEAE2}" dt="2025-11-24T22:40:07.857" v="825" actId="20577"/>
          <ac:graphicFrameMkLst>
            <pc:docMk/>
            <pc:sldMk cId="3468869717" sldId="259"/>
            <ac:graphicFrameMk id="5" creationId="{AD830045-91AE-758E-70A7-398B59D0968B}"/>
          </ac:graphicFrameMkLst>
        </pc:graphicFrameChg>
      </pc:sldChg>
      <pc:sldChg chg="addSp modSp mod modAnim">
        <pc:chgData name="Josh Miao" userId="1a867c1b4baae945" providerId="LiveId" clId="{7FCD0CCA-9320-4F86-BD7E-DCB6565BEAE2}" dt="2025-11-24T19:39:28.110" v="477" actId="1076"/>
        <pc:sldMkLst>
          <pc:docMk/>
          <pc:sldMk cId="3105850931" sldId="260"/>
        </pc:sldMkLst>
        <pc:picChg chg="add mod">
          <ac:chgData name="Josh Miao" userId="1a867c1b4baae945" providerId="LiveId" clId="{7FCD0CCA-9320-4F86-BD7E-DCB6565BEAE2}" dt="2025-11-24T19:39:27.890" v="476" actId="1076"/>
          <ac:picMkLst>
            <pc:docMk/>
            <pc:sldMk cId="3105850931" sldId="260"/>
            <ac:picMk id="7" creationId="{D6FAFB43-DBDF-6C60-523B-450B49E5B86D}"/>
          </ac:picMkLst>
        </pc:picChg>
        <pc:picChg chg="add mod">
          <ac:chgData name="Josh Miao" userId="1a867c1b4baae945" providerId="LiveId" clId="{7FCD0CCA-9320-4F86-BD7E-DCB6565BEAE2}" dt="2025-11-24T19:39:28.110" v="477" actId="1076"/>
          <ac:picMkLst>
            <pc:docMk/>
            <pc:sldMk cId="3105850931" sldId="260"/>
            <ac:picMk id="8" creationId="{5B349349-CDF7-4419-01D0-49FA15E2A9DA}"/>
          </ac:picMkLst>
        </pc:picChg>
        <pc:picChg chg="add mod">
          <ac:chgData name="Josh Miao" userId="1a867c1b4baae945" providerId="LiveId" clId="{7FCD0CCA-9320-4F86-BD7E-DCB6565BEAE2}" dt="2025-11-24T19:04:05.772" v="5" actId="1076"/>
          <ac:picMkLst>
            <pc:docMk/>
            <pc:sldMk cId="3105850931" sldId="260"/>
            <ac:picMk id="9" creationId="{0F358CC6-FF95-36BF-E01D-62DF6BC3F8D8}"/>
          </ac:picMkLst>
        </pc:picChg>
      </pc:sldChg>
      <pc:sldChg chg="addSp delSp modSp mod setBg">
        <pc:chgData name="Josh Miao" userId="1a867c1b4baae945" providerId="LiveId" clId="{7FCD0CCA-9320-4F86-BD7E-DCB6565BEAE2}" dt="2025-11-24T19:34:25.335" v="305" actId="20577"/>
        <pc:sldMkLst>
          <pc:docMk/>
          <pc:sldMk cId="3769761616" sldId="261"/>
        </pc:sldMkLst>
        <pc:spChg chg="mo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2" creationId="{73DD11A3-05A8-6AE8-3433-CC3459A40CAD}"/>
          </ac:spMkLst>
        </pc:spChg>
        <pc:spChg chg="del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5" creationId="{DBC53DC0-FC94-6626-A5F0-9BBD8261139F}"/>
          </ac:spMkLst>
        </pc:spChg>
        <pc:spChg chg="ad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11" creationId="{BACC6370-2D7E-4714-9D71-7542949D7D5D}"/>
          </ac:spMkLst>
        </pc:spChg>
        <pc:spChg chg="ad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13" creationId="{256B2C21-A230-48C0-8DF1-C46611373C44}"/>
          </ac:spMkLst>
        </pc:spChg>
        <pc:spChg chg="ad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15" creationId="{3847E18C-932D-4C95-AABA-FEC7C9499AD7}"/>
          </ac:spMkLst>
        </pc:spChg>
        <pc:spChg chg="ad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17" creationId="{3150CB11-0C61-439E-910F-5787759E72A0}"/>
          </ac:spMkLst>
        </pc:spChg>
        <pc:spChg chg="ad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19" creationId="{43F8A58B-5155-44CE-A5FF-7647B47D0A7A}"/>
          </ac:spMkLst>
        </pc:spChg>
        <pc:spChg chg="add">
          <ac:chgData name="Josh Miao" userId="1a867c1b4baae945" providerId="LiveId" clId="{7FCD0CCA-9320-4F86-BD7E-DCB6565BEAE2}" dt="2025-11-24T19:04:57.746" v="9" actId="26606"/>
          <ac:spMkLst>
            <pc:docMk/>
            <pc:sldMk cId="3769761616" sldId="261"/>
            <ac:spMk id="21" creationId="{443F2ACA-E6D6-4028-82DD-F03C262D5DE6}"/>
          </ac:spMkLst>
        </pc:spChg>
        <pc:graphicFrameChg chg="add mod modGraphic">
          <ac:chgData name="Josh Miao" userId="1a867c1b4baae945" providerId="LiveId" clId="{7FCD0CCA-9320-4F86-BD7E-DCB6565BEAE2}" dt="2025-11-24T19:34:25.335" v="305" actId="20577"/>
          <ac:graphicFrameMkLst>
            <pc:docMk/>
            <pc:sldMk cId="3769761616" sldId="261"/>
            <ac:graphicFrameMk id="7" creationId="{0D14274D-76BA-416F-2B0D-102646DDF690}"/>
          </ac:graphicFrameMkLst>
        </pc:graphicFrameChg>
      </pc:sldChg>
      <pc:sldChg chg="modNotesTx">
        <pc:chgData name="Josh Miao" userId="1a867c1b4baae945" providerId="LiveId" clId="{7FCD0CCA-9320-4F86-BD7E-DCB6565BEAE2}" dt="2025-11-24T19:26:08.557" v="162" actId="20577"/>
        <pc:sldMkLst>
          <pc:docMk/>
          <pc:sldMk cId="1621576472" sldId="262"/>
        </pc:sldMkLst>
      </pc:sldChg>
      <pc:sldChg chg="addSp delSp modSp mod setBg">
        <pc:chgData name="Josh Miao" userId="1a867c1b4baae945" providerId="LiveId" clId="{7FCD0CCA-9320-4F86-BD7E-DCB6565BEAE2}" dt="2025-11-24T19:05:10.006" v="13" actId="26606"/>
        <pc:sldMkLst>
          <pc:docMk/>
          <pc:sldMk cId="2755206665" sldId="263"/>
        </pc:sldMkLst>
        <pc:spChg chg="mod">
          <ac:chgData name="Josh Miao" userId="1a867c1b4baae945" providerId="LiveId" clId="{7FCD0CCA-9320-4F86-BD7E-DCB6565BEAE2}" dt="2025-11-24T19:05:10.006" v="13" actId="26606"/>
          <ac:spMkLst>
            <pc:docMk/>
            <pc:sldMk cId="2755206665" sldId="263"/>
            <ac:spMk id="2" creationId="{110EDA10-D677-9B01-4163-6E76A48735A5}"/>
          </ac:spMkLst>
        </pc:spChg>
        <pc:spChg chg="add del">
          <ac:chgData name="Josh Miao" userId="1a867c1b4baae945" providerId="LiveId" clId="{7FCD0CCA-9320-4F86-BD7E-DCB6565BEAE2}" dt="2025-11-24T19:05:10.006" v="13" actId="26606"/>
          <ac:spMkLst>
            <pc:docMk/>
            <pc:sldMk cId="2755206665" sldId="263"/>
            <ac:spMk id="9" creationId="{9CB95732-565A-4D2C-A3AB-CC460C0D3826}"/>
          </ac:spMkLst>
        </pc:spChg>
        <pc:spChg chg="add del">
          <ac:chgData name="Josh Miao" userId="1a867c1b4baae945" providerId="LiveId" clId="{7FCD0CCA-9320-4F86-BD7E-DCB6565BEAE2}" dt="2025-11-24T19:05:10.006" v="13" actId="26606"/>
          <ac:spMkLst>
            <pc:docMk/>
            <pc:sldMk cId="2755206665" sldId="263"/>
            <ac:spMk id="10" creationId="{77F1AF47-AE98-4034-BD91-1976FA4D9C4C}"/>
          </ac:spMkLst>
        </pc:spChg>
        <pc:spChg chg="add del">
          <ac:chgData name="Josh Miao" userId="1a867c1b4baae945" providerId="LiveId" clId="{7FCD0CCA-9320-4F86-BD7E-DCB6565BEAE2}" dt="2025-11-24T19:05:10.006" v="13" actId="26606"/>
          <ac:spMkLst>
            <pc:docMk/>
            <pc:sldMk cId="2755206665" sldId="263"/>
            <ac:spMk id="11" creationId="{8EC0EE2B-2029-48DD-893D-F528E651B07D}"/>
          </ac:spMkLst>
        </pc:spChg>
        <pc:spChg chg="add del">
          <ac:chgData name="Josh Miao" userId="1a867c1b4baae945" providerId="LiveId" clId="{7FCD0CCA-9320-4F86-BD7E-DCB6565BEAE2}" dt="2025-11-24T19:05:05.658" v="11" actId="26606"/>
          <ac:spMkLst>
            <pc:docMk/>
            <pc:sldMk cId="2755206665" sldId="263"/>
            <ac:spMk id="12" creationId="{9CB95732-565A-4D2C-A3AB-CC460C0D3826}"/>
          </ac:spMkLst>
        </pc:spChg>
        <pc:spChg chg="add del">
          <ac:chgData name="Josh Miao" userId="1a867c1b4baae945" providerId="LiveId" clId="{7FCD0CCA-9320-4F86-BD7E-DCB6565BEAE2}" dt="2025-11-24T19:05:10.006" v="13" actId="26606"/>
          <ac:spMkLst>
            <pc:docMk/>
            <pc:sldMk cId="2755206665" sldId="263"/>
            <ac:spMk id="13" creationId="{45AE1D08-1ED1-4F59-B42F-4D8EA33DC8C6}"/>
          </ac:spMkLst>
        </pc:spChg>
        <pc:spChg chg="add del">
          <ac:chgData name="Josh Miao" userId="1a867c1b4baae945" providerId="LiveId" clId="{7FCD0CCA-9320-4F86-BD7E-DCB6565BEAE2}" dt="2025-11-24T19:05:05.658" v="11" actId="26606"/>
          <ac:spMkLst>
            <pc:docMk/>
            <pc:sldMk cId="2755206665" sldId="263"/>
            <ac:spMk id="14" creationId="{E19B653C-798C-4333-8452-3DF3AE3C1D11}"/>
          </ac:spMkLst>
        </pc:spChg>
        <pc:spChg chg="add del">
          <ac:chgData name="Josh Miao" userId="1a867c1b4baae945" providerId="LiveId" clId="{7FCD0CCA-9320-4F86-BD7E-DCB6565BEAE2}" dt="2025-11-24T19:05:05.658" v="11" actId="26606"/>
          <ac:spMkLst>
            <pc:docMk/>
            <pc:sldMk cId="2755206665" sldId="263"/>
            <ac:spMk id="16" creationId="{0FE50278-E2EC-42B2-A1F1-921DD39901C4}"/>
          </ac:spMkLst>
        </pc:spChg>
        <pc:spChg chg="add del">
          <ac:chgData name="Josh Miao" userId="1a867c1b4baae945" providerId="LiveId" clId="{7FCD0CCA-9320-4F86-BD7E-DCB6565BEAE2}" dt="2025-11-24T19:05:05.658" v="11" actId="26606"/>
          <ac:spMkLst>
            <pc:docMk/>
            <pc:sldMk cId="2755206665" sldId="263"/>
            <ac:spMk id="18" creationId="{1236153F-0DB4-40DD-87C6-B40C1B7E282C}"/>
          </ac:spMkLst>
        </pc:spChg>
        <pc:spChg chg="add del">
          <ac:chgData name="Josh Miao" userId="1a867c1b4baae945" providerId="LiveId" clId="{7FCD0CCA-9320-4F86-BD7E-DCB6565BEAE2}" dt="2025-11-24T19:05:10.006" v="13" actId="26606"/>
          <ac:spMkLst>
            <pc:docMk/>
            <pc:sldMk cId="2755206665" sldId="263"/>
            <ac:spMk id="20" creationId="{9A79B912-88EA-4640-BDEB-51B3B11A026A}"/>
          </ac:spMkLst>
        </pc:spChg>
        <pc:picChg chg="mod">
          <ac:chgData name="Josh Miao" userId="1a867c1b4baae945" providerId="LiveId" clId="{7FCD0CCA-9320-4F86-BD7E-DCB6565BEAE2}" dt="2025-11-24T19:05:10.006" v="13" actId="26606"/>
          <ac:picMkLst>
            <pc:docMk/>
            <pc:sldMk cId="2755206665" sldId="263"/>
            <ac:picMk id="5" creationId="{EE3DA5B7-28AD-D0EE-93A9-315078B50E6A}"/>
          </ac:picMkLst>
        </pc:picChg>
        <pc:picChg chg="mod">
          <ac:chgData name="Josh Miao" userId="1a867c1b4baae945" providerId="LiveId" clId="{7FCD0CCA-9320-4F86-BD7E-DCB6565BEAE2}" dt="2025-11-24T19:05:10.006" v="13" actId="26606"/>
          <ac:picMkLst>
            <pc:docMk/>
            <pc:sldMk cId="2755206665" sldId="263"/>
            <ac:picMk id="6" creationId="{9611C092-1134-3F27-1C4E-1EC58AF6CFB1}"/>
          </ac:picMkLst>
        </pc:picChg>
        <pc:picChg chg="mod">
          <ac:chgData name="Josh Miao" userId="1a867c1b4baae945" providerId="LiveId" clId="{7FCD0CCA-9320-4F86-BD7E-DCB6565BEAE2}" dt="2025-11-24T19:05:10.006" v="13" actId="26606"/>
          <ac:picMkLst>
            <pc:docMk/>
            <pc:sldMk cId="2755206665" sldId="263"/>
            <ac:picMk id="7" creationId="{14D751F3-6A39-8582-BE5D-32FB75BE6617}"/>
          </ac:picMkLst>
        </pc:picChg>
      </pc:sldChg>
      <pc:sldChg chg="addSp delSp modSp mod">
        <pc:chgData name="Josh Miao" userId="1a867c1b4baae945" providerId="LiveId" clId="{7FCD0CCA-9320-4F86-BD7E-DCB6565BEAE2}" dt="2025-11-24T23:08:30.202" v="1198" actId="1076"/>
        <pc:sldMkLst>
          <pc:docMk/>
          <pc:sldMk cId="1941712981" sldId="264"/>
        </pc:sldMkLst>
        <pc:spChg chg="mod">
          <ac:chgData name="Josh Miao" userId="1a867c1b4baae945" providerId="LiveId" clId="{7FCD0CCA-9320-4F86-BD7E-DCB6565BEAE2}" dt="2025-11-24T23:01:29.737" v="1183" actId="20577"/>
          <ac:spMkLst>
            <pc:docMk/>
            <pc:sldMk cId="1941712981" sldId="264"/>
            <ac:spMk id="2" creationId="{2C0959EA-2C5D-894B-1C1A-A013254CB554}"/>
          </ac:spMkLst>
        </pc:spChg>
        <pc:spChg chg="add mod">
          <ac:chgData name="Josh Miao" userId="1a867c1b4baae945" providerId="LiveId" clId="{7FCD0CCA-9320-4F86-BD7E-DCB6565BEAE2}" dt="2025-11-24T22:59:50.048" v="1073" actId="20577"/>
          <ac:spMkLst>
            <pc:docMk/>
            <pc:sldMk cId="1941712981" sldId="264"/>
            <ac:spMk id="3" creationId="{95DD2D7F-E56C-D87B-8F24-47A8EBD2FC37}"/>
          </ac:spMkLst>
        </pc:spChg>
        <pc:spChg chg="add del mod">
          <ac:chgData name="Josh Miao" userId="1a867c1b4baae945" providerId="LiveId" clId="{7FCD0CCA-9320-4F86-BD7E-DCB6565BEAE2}" dt="2025-11-24T23:00:09.437" v="1089" actId="478"/>
          <ac:spMkLst>
            <pc:docMk/>
            <pc:sldMk cId="1941712981" sldId="264"/>
            <ac:spMk id="6" creationId="{B2DBC2B8-0D4B-BBD0-E89F-82953DED8988}"/>
          </ac:spMkLst>
        </pc:spChg>
        <pc:spChg chg="add mod">
          <ac:chgData name="Josh Miao" userId="1a867c1b4baae945" providerId="LiveId" clId="{7FCD0CCA-9320-4F86-BD7E-DCB6565BEAE2}" dt="2025-11-24T23:00:53.990" v="1149" actId="20577"/>
          <ac:spMkLst>
            <pc:docMk/>
            <pc:sldMk cId="1941712981" sldId="264"/>
            <ac:spMk id="9" creationId="{A8FCF46E-CD97-3D33-5908-31B7C6FEABDF}"/>
          </ac:spMkLst>
        </pc:spChg>
        <pc:picChg chg="del mod">
          <ac:chgData name="Josh Miao" userId="1a867c1b4baae945" providerId="LiveId" clId="{7FCD0CCA-9320-4F86-BD7E-DCB6565BEAE2}" dt="2025-11-24T23:01:46.607" v="1184" actId="478"/>
          <ac:picMkLst>
            <pc:docMk/>
            <pc:sldMk cId="1941712981" sldId="264"/>
            <ac:picMk id="5" creationId="{F63045D1-3E57-A8DC-BC8F-DE5F053B64B3}"/>
          </ac:picMkLst>
        </pc:picChg>
        <pc:cxnChg chg="add mod">
          <ac:chgData name="Josh Miao" userId="1a867c1b4baae945" providerId="LiveId" clId="{7FCD0CCA-9320-4F86-BD7E-DCB6565BEAE2}" dt="2025-11-24T23:08:30.202" v="1198" actId="1076"/>
          <ac:cxnSpMkLst>
            <pc:docMk/>
            <pc:sldMk cId="1941712981" sldId="264"/>
            <ac:cxnSpMk id="8" creationId="{B0586A23-B398-FCF0-D704-FCACBA4A8319}"/>
          </ac:cxnSpMkLst>
        </pc:cxnChg>
      </pc:sldChg>
      <pc:sldChg chg="addSp modSp mod setBg">
        <pc:chgData name="Josh Miao" userId="1a867c1b4baae945" providerId="LiveId" clId="{7FCD0CCA-9320-4F86-BD7E-DCB6565BEAE2}" dt="2025-11-24T19:42:17.255" v="664" actId="20577"/>
        <pc:sldMkLst>
          <pc:docMk/>
          <pc:sldMk cId="1159599592" sldId="265"/>
        </pc:sldMkLst>
        <pc:spChg chg="mo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2" creationId="{5E7FDFA4-EF8A-3592-2115-728F483EF115}"/>
          </ac:spMkLst>
        </pc:spChg>
        <pc:spChg chg="mod">
          <ac:chgData name="Josh Miao" userId="1a867c1b4baae945" providerId="LiveId" clId="{7FCD0CCA-9320-4F86-BD7E-DCB6565BEAE2}" dt="2025-11-24T19:42:17.255" v="664" actId="20577"/>
          <ac:spMkLst>
            <pc:docMk/>
            <pc:sldMk cId="1159599592" sldId="265"/>
            <ac:spMk id="3" creationId="{911A6498-0F4B-A728-0B5F-2125AF53A2E8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8" creationId="{09588DA8-065E-4F6F-8EFD-43104AB2E0CF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10" creationId="{C4285719-470E-454C-AF62-8323075F1F5B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12" creationId="{CD9FE4EF-C4D8-49A0-B2FF-81D8DB7D8A24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14" creationId="{4300840D-0A0B-4512-BACA-B439D5B9C57C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16" creationId="{D2B78728-A580-49A7-84F9-6EF6F583ADE0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18" creationId="{38FAA1A1-D861-433F-88FA-1E9D6FD31D11}"/>
          </ac:spMkLst>
        </pc:spChg>
        <pc:spChg chg="add">
          <ac:chgData name="Josh Miao" userId="1a867c1b4baae945" providerId="LiveId" clId="{7FCD0CCA-9320-4F86-BD7E-DCB6565BEAE2}" dt="2025-11-24T19:05:21.827" v="14" actId="26606"/>
          <ac:spMkLst>
            <pc:docMk/>
            <pc:sldMk cId="1159599592" sldId="265"/>
            <ac:spMk id="20" creationId="{8D71EDA1-87BF-4D5D-AB79-F346FD19278A}"/>
          </ac:spMkLst>
        </pc:spChg>
      </pc:sldChg>
      <pc:sldChg chg="addSp delSp modSp new mod setBg">
        <pc:chgData name="Josh Miao" userId="1a867c1b4baae945" providerId="LiveId" clId="{7FCD0CCA-9320-4F86-BD7E-DCB6565BEAE2}" dt="2025-11-24T23:03:41.789" v="1197" actId="20577"/>
        <pc:sldMkLst>
          <pc:docMk/>
          <pc:sldMk cId="509402539" sldId="266"/>
        </pc:sldMkLst>
        <pc:spChg chg="mod">
          <ac:chgData name="Josh Miao" userId="1a867c1b4baae945" providerId="LiveId" clId="{7FCD0CCA-9320-4F86-BD7E-DCB6565BEAE2}" dt="2025-11-24T19:38:31.848" v="473" actId="26606"/>
          <ac:spMkLst>
            <pc:docMk/>
            <pc:sldMk cId="509402539" sldId="266"/>
            <ac:spMk id="2" creationId="{D92A0305-2FE5-B90C-72A0-3DCD805867CA}"/>
          </ac:spMkLst>
        </pc:spChg>
        <pc:spChg chg="del mod">
          <ac:chgData name="Josh Miao" userId="1a867c1b4baae945" providerId="LiveId" clId="{7FCD0CCA-9320-4F86-BD7E-DCB6565BEAE2}" dt="2025-11-24T19:38:31.848" v="473" actId="26606"/>
          <ac:spMkLst>
            <pc:docMk/>
            <pc:sldMk cId="509402539" sldId="266"/>
            <ac:spMk id="3" creationId="{1DDB079D-BD65-4FDB-BCFB-0B3D0F28B36D}"/>
          </ac:spMkLst>
        </pc:spChg>
        <pc:spChg chg="add">
          <ac:chgData name="Josh Miao" userId="1a867c1b4baae945" providerId="LiveId" clId="{7FCD0CCA-9320-4F86-BD7E-DCB6565BEAE2}" dt="2025-11-24T19:38:31.848" v="473" actId="26606"/>
          <ac:spMkLst>
            <pc:docMk/>
            <pc:sldMk cId="509402539" sldId="266"/>
            <ac:spMk id="9" creationId="{BACC6370-2D7E-4714-9D71-7542949D7D5D}"/>
          </ac:spMkLst>
        </pc:spChg>
        <pc:spChg chg="add">
          <ac:chgData name="Josh Miao" userId="1a867c1b4baae945" providerId="LiveId" clId="{7FCD0CCA-9320-4F86-BD7E-DCB6565BEAE2}" dt="2025-11-24T19:38:31.848" v="473" actId="26606"/>
          <ac:spMkLst>
            <pc:docMk/>
            <pc:sldMk cId="509402539" sldId="266"/>
            <ac:spMk id="11" creationId="{F68B3F68-107C-434F-AA38-110D5EA91B85}"/>
          </ac:spMkLst>
        </pc:spChg>
        <pc:spChg chg="add">
          <ac:chgData name="Josh Miao" userId="1a867c1b4baae945" providerId="LiveId" clId="{7FCD0CCA-9320-4F86-BD7E-DCB6565BEAE2}" dt="2025-11-24T19:38:31.848" v="473" actId="26606"/>
          <ac:spMkLst>
            <pc:docMk/>
            <pc:sldMk cId="509402539" sldId="266"/>
            <ac:spMk id="13" creationId="{AAD0DBB9-1A4B-4391-81D4-CB19F9AB918A}"/>
          </ac:spMkLst>
        </pc:spChg>
        <pc:spChg chg="add">
          <ac:chgData name="Josh Miao" userId="1a867c1b4baae945" providerId="LiveId" clId="{7FCD0CCA-9320-4F86-BD7E-DCB6565BEAE2}" dt="2025-11-24T19:38:31.848" v="473" actId="26606"/>
          <ac:spMkLst>
            <pc:docMk/>
            <pc:sldMk cId="509402539" sldId="266"/>
            <ac:spMk id="15" creationId="{063BBA22-50EA-4C4D-BE05-F1CE4E63AA56}"/>
          </ac:spMkLst>
        </pc:spChg>
        <pc:graphicFrameChg chg="add modGraphic">
          <ac:chgData name="Josh Miao" userId="1a867c1b4baae945" providerId="LiveId" clId="{7FCD0CCA-9320-4F86-BD7E-DCB6565BEAE2}" dt="2025-11-24T23:03:41.789" v="1197" actId="20577"/>
          <ac:graphicFrameMkLst>
            <pc:docMk/>
            <pc:sldMk cId="509402539" sldId="266"/>
            <ac:graphicFrameMk id="5" creationId="{EEA42AB0-7564-D49B-83CF-1586DAC8BCC7}"/>
          </ac:graphicFrameMkLst>
        </pc:graphicFrameChg>
      </pc:sldChg>
      <pc:sldChg chg="delSp modSp add mod">
        <pc:chgData name="Josh Miao" userId="1a867c1b4baae945" providerId="LiveId" clId="{7FCD0CCA-9320-4F86-BD7E-DCB6565BEAE2}" dt="2025-11-24T23:01:13.971" v="1157" actId="1076"/>
        <pc:sldMkLst>
          <pc:docMk/>
          <pc:sldMk cId="1119241060" sldId="267"/>
        </pc:sldMkLst>
        <pc:spChg chg="del">
          <ac:chgData name="Josh Miao" userId="1a867c1b4baae945" providerId="LiveId" clId="{7FCD0CCA-9320-4F86-BD7E-DCB6565BEAE2}" dt="2025-11-24T23:01:04.391" v="1154" actId="478"/>
          <ac:spMkLst>
            <pc:docMk/>
            <pc:sldMk cId="1119241060" sldId="267"/>
            <ac:spMk id="3" creationId="{E817E073-2B00-1F88-CA96-A1C112DBD4C5}"/>
          </ac:spMkLst>
        </pc:spChg>
        <pc:spChg chg="del mod">
          <ac:chgData name="Josh Miao" userId="1a867c1b4baae945" providerId="LiveId" clId="{7FCD0CCA-9320-4F86-BD7E-DCB6565BEAE2}" dt="2025-11-24T23:01:02.725" v="1153"/>
          <ac:spMkLst>
            <pc:docMk/>
            <pc:sldMk cId="1119241060" sldId="267"/>
            <ac:spMk id="9" creationId="{5AA85E0D-D550-7387-10FC-8A063F9CE0F5}"/>
          </ac:spMkLst>
        </pc:spChg>
        <pc:picChg chg="mod">
          <ac:chgData name="Josh Miao" userId="1a867c1b4baae945" providerId="LiveId" clId="{7FCD0CCA-9320-4F86-BD7E-DCB6565BEAE2}" dt="2025-11-24T23:01:13.971" v="1157" actId="1076"/>
          <ac:picMkLst>
            <pc:docMk/>
            <pc:sldMk cId="1119241060" sldId="267"/>
            <ac:picMk id="5" creationId="{E166C181-4E28-BA86-60BA-32C1F38E3E91}"/>
          </ac:picMkLst>
        </pc:picChg>
        <pc:cxnChg chg="del">
          <ac:chgData name="Josh Miao" userId="1a867c1b4baae945" providerId="LiveId" clId="{7FCD0CCA-9320-4F86-BD7E-DCB6565BEAE2}" dt="2025-11-24T23:01:04.391" v="1154" actId="478"/>
          <ac:cxnSpMkLst>
            <pc:docMk/>
            <pc:sldMk cId="1119241060" sldId="267"/>
            <ac:cxnSpMk id="8" creationId="{C56DE7E8-0B53-0DD1-E10B-8A663CB7A32A}"/>
          </ac:cxnSpMkLst>
        </pc:cxnChg>
      </pc:sldChg>
    </pc:docChg>
  </pc:docChgLst>
  <pc:docChgLst>
    <pc:chgData name="Guest User" providerId="Windows Live" clId="Web-{01439FE5-1349-E751-CDB8-2747736B1862}"/>
    <pc:docChg chg="modSld">
      <pc:chgData name="Guest User" userId="" providerId="Windows Live" clId="Web-{01439FE5-1349-E751-CDB8-2747736B1862}" dt="2025-11-24T20:31:40.021" v="55"/>
      <pc:docMkLst>
        <pc:docMk/>
      </pc:docMkLst>
      <pc:sldChg chg="modSp modMedia">
        <pc:chgData name="Guest User" userId="" providerId="Windows Live" clId="Web-{01439FE5-1349-E751-CDB8-2747736B1862}" dt="2025-11-24T20:31:40.021" v="55"/>
        <pc:sldMkLst>
          <pc:docMk/>
          <pc:sldMk cId="3105850931" sldId="260"/>
        </pc:sldMkLst>
        <pc:picChg chg="mod">
          <ac:chgData name="Guest User" userId="" providerId="Windows Live" clId="Web-{01439FE5-1349-E751-CDB8-2747736B1862}" dt="2025-11-24T20:31:40.021" v="55"/>
          <ac:picMkLst>
            <pc:docMk/>
            <pc:sldMk cId="3105850931" sldId="260"/>
            <ac:picMk id="7" creationId="{D6FAFB43-DBDF-6C60-523B-450B49E5B86D}"/>
          </ac:picMkLst>
        </pc:picChg>
      </pc:sldChg>
      <pc:sldChg chg="addSp delSp modSp">
        <pc:chgData name="Guest User" userId="" providerId="Windows Live" clId="Web-{01439FE5-1349-E751-CDB8-2747736B1862}" dt="2025-11-24T20:18:41.110" v="54" actId="1076"/>
        <pc:sldMkLst>
          <pc:docMk/>
          <pc:sldMk cId="1621576472" sldId="262"/>
        </pc:sldMkLst>
        <pc:spChg chg="add del">
          <ac:chgData name="Guest User" userId="" providerId="Windows Live" clId="Web-{01439FE5-1349-E751-CDB8-2747736B1862}" dt="2025-11-24T20:13:50.768" v="1"/>
          <ac:spMkLst>
            <pc:docMk/>
            <pc:sldMk cId="1621576472" sldId="262"/>
            <ac:spMk id="2" creationId="{CF2A4CAC-35BC-1F22-5B57-35F93758EFE6}"/>
          </ac:spMkLst>
        </pc:spChg>
        <pc:spChg chg="add mod">
          <ac:chgData name="Guest User" userId="" providerId="Windows Live" clId="Web-{01439FE5-1349-E751-CDB8-2747736B1862}" dt="2025-11-24T20:14:42.162" v="7" actId="14100"/>
          <ac:spMkLst>
            <pc:docMk/>
            <pc:sldMk cId="1621576472" sldId="262"/>
            <ac:spMk id="3" creationId="{65BD924A-A750-1944-B9A9-0E81CC6D39C2}"/>
          </ac:spMkLst>
        </pc:spChg>
        <pc:spChg chg="add del">
          <ac:chgData name="Guest User" userId="" providerId="Windows Live" clId="Web-{01439FE5-1349-E751-CDB8-2747736B1862}" dt="2025-11-24T20:14:46.726" v="11"/>
          <ac:spMkLst>
            <pc:docMk/>
            <pc:sldMk cId="1621576472" sldId="262"/>
            <ac:spMk id="4" creationId="{C3BA88FA-3044-01F2-29F1-116ED0047FAA}"/>
          </ac:spMkLst>
        </pc:spChg>
        <pc:spChg chg="add mod">
          <ac:chgData name="Guest User" userId="" providerId="Windows Live" clId="Web-{01439FE5-1349-E751-CDB8-2747736B1862}" dt="2025-11-24T20:14:58.507" v="13" actId="1076"/>
          <ac:spMkLst>
            <pc:docMk/>
            <pc:sldMk cId="1621576472" sldId="262"/>
            <ac:spMk id="5" creationId="{ACC4608B-65A0-B497-63D8-5FDD54E59C40}"/>
          </ac:spMkLst>
        </pc:spChg>
        <pc:spChg chg="add mod">
          <ac:chgData name="Guest User" userId="" providerId="Windows Live" clId="Web-{01439FE5-1349-E751-CDB8-2747736B1862}" dt="2025-11-24T20:17:36.327" v="34"/>
          <ac:spMkLst>
            <pc:docMk/>
            <pc:sldMk cId="1621576472" sldId="262"/>
            <ac:spMk id="7" creationId="{68086200-302E-E206-83A1-81940743AD9B}"/>
          </ac:spMkLst>
        </pc:spChg>
        <pc:spChg chg="add mod">
          <ac:chgData name="Guest User" userId="" providerId="Windows Live" clId="Web-{01439FE5-1349-E751-CDB8-2747736B1862}" dt="2025-11-24T20:17:39.343" v="35"/>
          <ac:spMkLst>
            <pc:docMk/>
            <pc:sldMk cId="1621576472" sldId="262"/>
            <ac:spMk id="9" creationId="{497B3A7B-C3A7-F50A-8941-EBE536652DCF}"/>
          </ac:spMkLst>
        </pc:spChg>
        <pc:spChg chg="add mod">
          <ac:chgData name="Guest User" userId="" providerId="Windows Live" clId="Web-{01439FE5-1349-E751-CDB8-2747736B1862}" dt="2025-11-24T20:17:25.561" v="33"/>
          <ac:spMkLst>
            <pc:docMk/>
            <pc:sldMk cId="1621576472" sldId="262"/>
            <ac:spMk id="11" creationId="{C7B72B3E-07F9-895B-9ABF-18216FE364AA}"/>
          </ac:spMkLst>
        </pc:spChg>
        <pc:spChg chg="add mod">
          <ac:chgData name="Guest User" userId="" providerId="Windows Live" clId="Web-{01439FE5-1349-E751-CDB8-2747736B1862}" dt="2025-11-24T20:17:20.967" v="32"/>
          <ac:spMkLst>
            <pc:docMk/>
            <pc:sldMk cId="1621576472" sldId="262"/>
            <ac:spMk id="12" creationId="{59F5944D-5FAA-8FBF-0666-DE64AE721E41}"/>
          </ac:spMkLst>
        </pc:spChg>
        <pc:spChg chg="add mod">
          <ac:chgData name="Guest User" userId="" providerId="Windows Live" clId="Web-{01439FE5-1349-E751-CDB8-2747736B1862}" dt="2025-11-24T20:17:50.921" v="38" actId="14100"/>
          <ac:spMkLst>
            <pc:docMk/>
            <pc:sldMk cId="1621576472" sldId="262"/>
            <ac:spMk id="13" creationId="{A0EF5691-8E38-3B0F-ED56-9EF2250E05E8}"/>
          </ac:spMkLst>
        </pc:spChg>
        <pc:spChg chg="add del">
          <ac:chgData name="Guest User" userId="" providerId="Windows Live" clId="Web-{01439FE5-1349-E751-CDB8-2747736B1862}" dt="2025-11-24T20:17:54.890" v="40"/>
          <ac:spMkLst>
            <pc:docMk/>
            <pc:sldMk cId="1621576472" sldId="262"/>
            <ac:spMk id="14" creationId="{2CDA2ABB-7DDC-7CA6-215F-D0BBD44AF01D}"/>
          </ac:spMkLst>
        </pc:spChg>
        <pc:spChg chg="add mod">
          <ac:chgData name="Guest User" userId="" providerId="Windows Live" clId="Web-{01439FE5-1349-E751-CDB8-2747736B1862}" dt="2025-11-24T20:18:03.828" v="44" actId="1076"/>
          <ac:spMkLst>
            <pc:docMk/>
            <pc:sldMk cId="1621576472" sldId="262"/>
            <ac:spMk id="15" creationId="{400E0751-1ED8-95B8-8045-4AE59D25D7A3}"/>
          </ac:spMkLst>
        </pc:spChg>
        <pc:spChg chg="add mod">
          <ac:chgData name="Guest User" userId="" providerId="Windows Live" clId="Web-{01439FE5-1349-E751-CDB8-2747736B1862}" dt="2025-11-24T20:18:14.766" v="47" actId="14100"/>
          <ac:spMkLst>
            <pc:docMk/>
            <pc:sldMk cId="1621576472" sldId="262"/>
            <ac:spMk id="16" creationId="{83592D21-F93E-D3CD-09CA-49CFE66805FA}"/>
          </ac:spMkLst>
        </pc:spChg>
        <pc:spChg chg="add mod">
          <ac:chgData name="Guest User" userId="" providerId="Windows Live" clId="Web-{01439FE5-1349-E751-CDB8-2747736B1862}" dt="2025-11-24T20:18:20.578" v="49" actId="1076"/>
          <ac:spMkLst>
            <pc:docMk/>
            <pc:sldMk cId="1621576472" sldId="262"/>
            <ac:spMk id="17" creationId="{13402033-0C34-A0B3-6464-72F5C1D2A346}"/>
          </ac:spMkLst>
        </pc:spChg>
        <pc:spChg chg="add mod">
          <ac:chgData name="Guest User" userId="" providerId="Windows Live" clId="Web-{01439FE5-1349-E751-CDB8-2747736B1862}" dt="2025-11-24T20:18:33.329" v="52" actId="14100"/>
          <ac:spMkLst>
            <pc:docMk/>
            <pc:sldMk cId="1621576472" sldId="262"/>
            <ac:spMk id="18" creationId="{12FCF0C1-B4E8-31A2-8480-AB04578E9656}"/>
          </ac:spMkLst>
        </pc:spChg>
        <pc:spChg chg="add mod">
          <ac:chgData name="Guest User" userId="" providerId="Windows Live" clId="Web-{01439FE5-1349-E751-CDB8-2747736B1862}" dt="2025-11-24T20:18:41.110" v="54" actId="1076"/>
          <ac:spMkLst>
            <pc:docMk/>
            <pc:sldMk cId="1621576472" sldId="262"/>
            <ac:spMk id="19" creationId="{ECA00A25-430F-4770-835C-D8614E746572}"/>
          </ac:spMkLst>
        </pc:spChg>
        <pc:picChg chg="mod">
          <ac:chgData name="Guest User" userId="" providerId="Windows Live" clId="Web-{01439FE5-1349-E751-CDB8-2747736B1862}" dt="2025-11-24T20:14:45.506" v="10" actId="1076"/>
          <ac:picMkLst>
            <pc:docMk/>
            <pc:sldMk cId="1621576472" sldId="262"/>
            <ac:picMk id="6" creationId="{E9DA69C9-0FF2-6389-A3B3-5617EBBA3BB4}"/>
          </ac:picMkLst>
        </pc:picChg>
        <pc:picChg chg="mod">
          <ac:chgData name="Guest User" userId="" providerId="Windows Live" clId="Web-{01439FE5-1349-E751-CDB8-2747736B1862}" dt="2025-11-24T20:15:33.290" v="20" actId="1076"/>
          <ac:picMkLst>
            <pc:docMk/>
            <pc:sldMk cId="1621576472" sldId="262"/>
            <ac:picMk id="8" creationId="{24C74DFE-94B3-BFC2-76F5-A54F5558CBBD}"/>
          </ac:picMkLst>
        </pc:picChg>
        <pc:picChg chg="mod">
          <ac:chgData name="Guest User" userId="" providerId="Windows Live" clId="Web-{01439FE5-1349-E751-CDB8-2747736B1862}" dt="2025-11-24T20:18:00.921" v="43" actId="1076"/>
          <ac:picMkLst>
            <pc:docMk/>
            <pc:sldMk cId="1621576472" sldId="262"/>
            <ac:picMk id="2052" creationId="{726C3929-C4A7-5EDC-C7EE-A5B17AD3BD7A}"/>
          </ac:picMkLst>
        </pc:picChg>
      </pc:sldChg>
    </pc:docChg>
  </pc:docChgLst>
  <pc:docChgLst>
    <pc:chgData name="Guest User" providerId="Windows Live" clId="Web-{813CCDFA-0992-4D66-AC87-8E63FB4F911E}"/>
    <pc:docChg chg="modSld">
      <pc:chgData name="Guest User" userId="" providerId="Windows Live" clId="Web-{813CCDFA-0992-4D66-AC87-8E63FB4F911E}" dt="2025-11-24T23:22:45.105" v="2" actId="1076"/>
      <pc:docMkLst>
        <pc:docMk/>
      </pc:docMkLst>
      <pc:sldChg chg="modSp">
        <pc:chgData name="Guest User" userId="" providerId="Windows Live" clId="Web-{813CCDFA-0992-4D66-AC87-8E63FB4F911E}" dt="2025-11-24T23:22:45.105" v="2" actId="1076"/>
        <pc:sldMkLst>
          <pc:docMk/>
          <pc:sldMk cId="2755206665" sldId="263"/>
        </pc:sldMkLst>
        <pc:picChg chg="mod">
          <ac:chgData name="Guest User" userId="" providerId="Windows Live" clId="Web-{813CCDFA-0992-4D66-AC87-8E63FB4F911E}" dt="2025-11-24T23:22:45.105" v="2" actId="1076"/>
          <ac:picMkLst>
            <pc:docMk/>
            <pc:sldMk cId="2755206665" sldId="263"/>
            <ac:picMk id="6" creationId="{9611C092-1134-3F27-1C4E-1EC58AF6CFB1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drive.google.com/drive/folders/13O3dgNNPWykDJUy1YOyidwwsFsR97F0D" TargetMode="External"/><Relationship Id="rId7" Type="http://schemas.openxmlformats.org/officeDocument/2006/relationships/image" Target="../media/image10.svg"/><Relationship Id="rId2" Type="http://schemas.openxmlformats.org/officeDocument/2006/relationships/hyperlink" Target="https://colab.research.google.com/drive/1W7-q-wj82leAPQP0MSB87pg2Exhcyo80" TargetMode="External"/><Relationship Id="rId1" Type="http://schemas.openxmlformats.org/officeDocument/2006/relationships/hyperlink" Target="https://arxiv.org/abs/1703.08019" TargetMode="Externa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hyperlink" Target="https://arxiv.org/abs/1703.08019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hyperlink" Target="https://colab.research.google.com/drive/1W7-q-wj82leAPQP0MSB87pg2Exhcyo80" TargetMode="Externa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hyperlink" Target="https://drive.google.com/drive/folders/13O3dgNNPWykDJUy1YOyidwwsFsR97F0D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A8FDE2-94D7-40D7-A5EA-70579F37A8E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035CCE-6A77-4700-98B0-B1AFA683F5C0}">
      <dgm:prSet/>
      <dgm:spPr/>
      <dgm:t>
        <a:bodyPr/>
        <a:lstStyle/>
        <a:p>
          <a:r>
            <a:rPr lang="en-US"/>
            <a:t>1,000 Chinese karaoke audio tracks</a:t>
          </a:r>
        </a:p>
      </dgm:t>
    </dgm:pt>
    <dgm:pt modelId="{FE889E5C-5C6A-4B95-9D66-71C730301182}" type="parTrans" cxnId="{B3D23DA2-608D-4036-BFCD-8C577361F421}">
      <dgm:prSet/>
      <dgm:spPr/>
      <dgm:t>
        <a:bodyPr/>
        <a:lstStyle/>
        <a:p>
          <a:endParaRPr lang="en-US"/>
        </a:p>
      </dgm:t>
    </dgm:pt>
    <dgm:pt modelId="{27E439BE-F944-4EF4-A9D1-B84621720521}" type="sibTrans" cxnId="{B3D23DA2-608D-4036-BFCD-8C577361F421}">
      <dgm:prSet/>
      <dgm:spPr/>
      <dgm:t>
        <a:bodyPr/>
        <a:lstStyle/>
        <a:p>
          <a:endParaRPr lang="en-US"/>
        </a:p>
      </dgm:t>
    </dgm:pt>
    <dgm:pt modelId="{FC840D13-F01C-479D-A91A-F08A08F76E2F}">
      <dgm:prSet/>
      <dgm:spPr/>
      <dgm:t>
        <a:bodyPr/>
        <a:lstStyle/>
        <a:p>
          <a:r>
            <a:rPr lang="en-US"/>
            <a:t>Vocals in right channel, accompaniment in left channel</a:t>
          </a:r>
        </a:p>
      </dgm:t>
    </dgm:pt>
    <dgm:pt modelId="{09E6084D-ACB0-4321-8445-DE6235779EB2}" type="parTrans" cxnId="{1CFEE0E2-E95E-4978-9E57-18B5A76DD700}">
      <dgm:prSet/>
      <dgm:spPr/>
      <dgm:t>
        <a:bodyPr/>
        <a:lstStyle/>
        <a:p>
          <a:endParaRPr lang="en-US"/>
        </a:p>
      </dgm:t>
    </dgm:pt>
    <dgm:pt modelId="{EA1258F4-438E-4103-B709-33A73D078E82}" type="sibTrans" cxnId="{1CFEE0E2-E95E-4978-9E57-18B5A76DD700}">
      <dgm:prSet/>
      <dgm:spPr/>
      <dgm:t>
        <a:bodyPr/>
        <a:lstStyle/>
        <a:p>
          <a:endParaRPr lang="en-US"/>
        </a:p>
      </dgm:t>
    </dgm:pt>
    <dgm:pt modelId="{524F527D-E12C-48EB-9C09-1BFC69243AC4}">
      <dgm:prSet/>
      <dgm:spPr/>
      <dgm:t>
        <a:bodyPr/>
        <a:lstStyle/>
        <a:p>
          <a:r>
            <a:rPr lang="en-US"/>
            <a:t>Also contains stuff like:</a:t>
          </a:r>
        </a:p>
      </dgm:t>
    </dgm:pt>
    <dgm:pt modelId="{D16AA9EB-A838-4276-BB3A-5F4DD4F289C3}" type="parTrans" cxnId="{1AA2910E-1CDD-4E07-B0C0-A9E0EADE0577}">
      <dgm:prSet/>
      <dgm:spPr/>
      <dgm:t>
        <a:bodyPr/>
        <a:lstStyle/>
        <a:p>
          <a:endParaRPr lang="en-US"/>
        </a:p>
      </dgm:t>
    </dgm:pt>
    <dgm:pt modelId="{D55CDFD5-609D-4406-B57B-7313C3D0AFFF}" type="sibTrans" cxnId="{1AA2910E-1CDD-4E07-B0C0-A9E0EADE0577}">
      <dgm:prSet/>
      <dgm:spPr/>
      <dgm:t>
        <a:bodyPr/>
        <a:lstStyle/>
        <a:p>
          <a:endParaRPr lang="en-US"/>
        </a:p>
      </dgm:t>
    </dgm:pt>
    <dgm:pt modelId="{FF3DE442-266A-4A85-8849-7DB603CFEE3A}">
      <dgm:prSet/>
      <dgm:spPr/>
      <dgm:t>
        <a:bodyPr/>
        <a:lstStyle/>
        <a:p>
          <a:r>
            <a:rPr lang="en-US"/>
            <a:t>Lyrics in plain speech</a:t>
          </a:r>
        </a:p>
      </dgm:t>
    </dgm:pt>
    <dgm:pt modelId="{2B51D02A-11DE-4B2A-9927-E3F8B508E4EC}" type="parTrans" cxnId="{EB79D523-B0D5-461C-979E-ED16A2292D0F}">
      <dgm:prSet/>
      <dgm:spPr/>
      <dgm:t>
        <a:bodyPr/>
        <a:lstStyle/>
        <a:p>
          <a:endParaRPr lang="en-US"/>
        </a:p>
      </dgm:t>
    </dgm:pt>
    <dgm:pt modelId="{DB4D6FF8-D154-4786-A3B5-7F7A4B92E72B}" type="sibTrans" cxnId="{EB79D523-B0D5-461C-979E-ED16A2292D0F}">
      <dgm:prSet/>
      <dgm:spPr/>
      <dgm:t>
        <a:bodyPr/>
        <a:lstStyle/>
        <a:p>
          <a:endParaRPr lang="en-US"/>
        </a:p>
      </dgm:t>
    </dgm:pt>
    <dgm:pt modelId="{E26E7012-A3C3-4711-BD05-B8E9E6936208}">
      <dgm:prSet/>
      <dgm:spPr/>
      <dgm:t>
        <a:bodyPr/>
        <a:lstStyle/>
        <a:p>
          <a:r>
            <a:rPr lang="en-US"/>
            <a:t>Pitch frame Labels</a:t>
          </a:r>
        </a:p>
      </dgm:t>
    </dgm:pt>
    <dgm:pt modelId="{FEF8CFEE-AF3C-473A-BD3A-D027A34361B6}" type="parTrans" cxnId="{6CB3F676-F035-405B-AA25-5B0B149AF8C8}">
      <dgm:prSet/>
      <dgm:spPr/>
      <dgm:t>
        <a:bodyPr/>
        <a:lstStyle/>
        <a:p>
          <a:endParaRPr lang="en-US"/>
        </a:p>
      </dgm:t>
    </dgm:pt>
    <dgm:pt modelId="{803753A8-008F-467C-BDBB-530BD591FB31}" type="sibTrans" cxnId="{6CB3F676-F035-405B-AA25-5B0B149AF8C8}">
      <dgm:prSet/>
      <dgm:spPr/>
      <dgm:t>
        <a:bodyPr/>
        <a:lstStyle/>
        <a:p>
          <a:endParaRPr lang="en-US"/>
        </a:p>
      </dgm:t>
    </dgm:pt>
    <dgm:pt modelId="{2B82688E-C02C-453F-AC4C-EC25104B4D06}">
      <dgm:prSet/>
      <dgm:spPr/>
      <dgm:t>
        <a:bodyPr/>
        <a:lstStyle/>
        <a:p>
          <a:r>
            <a:rPr lang="en-US"/>
            <a:t>Unvoiced frame labels</a:t>
          </a:r>
        </a:p>
      </dgm:t>
    </dgm:pt>
    <dgm:pt modelId="{2DF3391F-D729-42AF-AF11-3C112C7B18AB}" type="parTrans" cxnId="{3BA35FF4-D39A-42A6-B521-9BF0ED6250D5}">
      <dgm:prSet/>
      <dgm:spPr/>
      <dgm:t>
        <a:bodyPr/>
        <a:lstStyle/>
        <a:p>
          <a:endParaRPr lang="en-US"/>
        </a:p>
      </dgm:t>
    </dgm:pt>
    <dgm:pt modelId="{B910916F-BA31-416A-93F4-4B3C8794AC81}" type="sibTrans" cxnId="{3BA35FF4-D39A-42A6-B521-9BF0ED6250D5}">
      <dgm:prSet/>
      <dgm:spPr/>
      <dgm:t>
        <a:bodyPr/>
        <a:lstStyle/>
        <a:p>
          <a:endParaRPr lang="en-US"/>
        </a:p>
      </dgm:t>
    </dgm:pt>
    <dgm:pt modelId="{4FEB2E14-7A25-4991-82C5-61C36F33743C}">
      <dgm:prSet/>
      <dgm:spPr/>
      <dgm:t>
        <a:bodyPr/>
        <a:lstStyle/>
        <a:p>
          <a:r>
            <a:rPr lang="en-US"/>
            <a:t>8:1:1 training splits</a:t>
          </a:r>
        </a:p>
      </dgm:t>
    </dgm:pt>
    <dgm:pt modelId="{DA1DBBFF-65FF-46F0-8935-174E02F6EEFB}" type="parTrans" cxnId="{2EB3376C-8CE6-4A2E-B035-45D86303D61F}">
      <dgm:prSet/>
      <dgm:spPr/>
      <dgm:t>
        <a:bodyPr/>
        <a:lstStyle/>
        <a:p>
          <a:endParaRPr lang="en-US"/>
        </a:p>
      </dgm:t>
    </dgm:pt>
    <dgm:pt modelId="{59911DF6-6CF9-4859-AF0E-79AD1FA40900}" type="sibTrans" cxnId="{2EB3376C-8CE6-4A2E-B035-45D86303D61F}">
      <dgm:prSet/>
      <dgm:spPr/>
      <dgm:t>
        <a:bodyPr/>
        <a:lstStyle/>
        <a:p>
          <a:endParaRPr lang="en-US"/>
        </a:p>
      </dgm:t>
    </dgm:pt>
    <dgm:pt modelId="{86C2C8E1-5300-4B75-8574-CDDF614325A3}" type="pres">
      <dgm:prSet presAssocID="{D8A8FDE2-94D7-40D7-A5EA-70579F37A8E3}" presName="linear" presStyleCnt="0">
        <dgm:presLayoutVars>
          <dgm:animLvl val="lvl"/>
          <dgm:resizeHandles val="exact"/>
        </dgm:presLayoutVars>
      </dgm:prSet>
      <dgm:spPr/>
    </dgm:pt>
    <dgm:pt modelId="{B77CB725-58D4-4976-8F33-86F3AD565984}" type="pres">
      <dgm:prSet presAssocID="{B0035CCE-6A77-4700-98B0-B1AFA683F5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9CA25EB-6B74-4ED1-B2A6-FFB6B023FB25}" type="pres">
      <dgm:prSet presAssocID="{27E439BE-F944-4EF4-A9D1-B84621720521}" presName="spacer" presStyleCnt="0"/>
      <dgm:spPr/>
    </dgm:pt>
    <dgm:pt modelId="{34DC8FAB-3B31-417D-9972-ECAE6333B71C}" type="pres">
      <dgm:prSet presAssocID="{FC840D13-F01C-479D-A91A-F08A08F76E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EB8B2B-E5B9-413F-8C37-CA72B8EE71C9}" type="pres">
      <dgm:prSet presAssocID="{EA1258F4-438E-4103-B709-33A73D078E82}" presName="spacer" presStyleCnt="0"/>
      <dgm:spPr/>
    </dgm:pt>
    <dgm:pt modelId="{CBBBC6DE-8654-457B-A5DF-91930E74C1FC}" type="pres">
      <dgm:prSet presAssocID="{524F527D-E12C-48EB-9C09-1BFC69243AC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340AE04-5C8C-4D52-9DF4-5E59303D9D4A}" type="pres">
      <dgm:prSet presAssocID="{524F527D-E12C-48EB-9C09-1BFC69243AC4}" presName="childText" presStyleLbl="revTx" presStyleIdx="0" presStyleCnt="1">
        <dgm:presLayoutVars>
          <dgm:bulletEnabled val="1"/>
        </dgm:presLayoutVars>
      </dgm:prSet>
      <dgm:spPr/>
    </dgm:pt>
    <dgm:pt modelId="{624F916C-A052-4DF4-8229-CEDB5B767B32}" type="pres">
      <dgm:prSet presAssocID="{4FEB2E14-7A25-4991-82C5-61C36F3374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A2910E-1CDD-4E07-B0C0-A9E0EADE0577}" srcId="{D8A8FDE2-94D7-40D7-A5EA-70579F37A8E3}" destId="{524F527D-E12C-48EB-9C09-1BFC69243AC4}" srcOrd="2" destOrd="0" parTransId="{D16AA9EB-A838-4276-BB3A-5F4DD4F289C3}" sibTransId="{D55CDFD5-609D-4406-B57B-7313C3D0AFFF}"/>
    <dgm:cxn modelId="{57ECBC0F-3F38-434C-9E9A-5180A23CC5B3}" type="presOf" srcId="{4FEB2E14-7A25-4991-82C5-61C36F33743C}" destId="{624F916C-A052-4DF4-8229-CEDB5B767B32}" srcOrd="0" destOrd="0" presId="urn:microsoft.com/office/officeart/2005/8/layout/vList2"/>
    <dgm:cxn modelId="{EB79D523-B0D5-461C-979E-ED16A2292D0F}" srcId="{524F527D-E12C-48EB-9C09-1BFC69243AC4}" destId="{FF3DE442-266A-4A85-8849-7DB603CFEE3A}" srcOrd="0" destOrd="0" parTransId="{2B51D02A-11DE-4B2A-9927-E3F8B508E4EC}" sibTransId="{DB4D6FF8-D154-4786-A3B5-7F7A4B92E72B}"/>
    <dgm:cxn modelId="{82231B6B-2A7A-47A5-9A40-531AA06A62B1}" type="presOf" srcId="{FC840D13-F01C-479D-A91A-F08A08F76E2F}" destId="{34DC8FAB-3B31-417D-9972-ECAE6333B71C}" srcOrd="0" destOrd="0" presId="urn:microsoft.com/office/officeart/2005/8/layout/vList2"/>
    <dgm:cxn modelId="{2EB3376C-8CE6-4A2E-B035-45D86303D61F}" srcId="{D8A8FDE2-94D7-40D7-A5EA-70579F37A8E3}" destId="{4FEB2E14-7A25-4991-82C5-61C36F33743C}" srcOrd="3" destOrd="0" parTransId="{DA1DBBFF-65FF-46F0-8935-174E02F6EEFB}" sibTransId="{59911DF6-6CF9-4859-AF0E-79AD1FA40900}"/>
    <dgm:cxn modelId="{D4AEF253-7A61-4BF6-BF07-EE2FAA7EB26C}" type="presOf" srcId="{524F527D-E12C-48EB-9C09-1BFC69243AC4}" destId="{CBBBC6DE-8654-457B-A5DF-91930E74C1FC}" srcOrd="0" destOrd="0" presId="urn:microsoft.com/office/officeart/2005/8/layout/vList2"/>
    <dgm:cxn modelId="{6CB3F676-F035-405B-AA25-5B0B149AF8C8}" srcId="{524F527D-E12C-48EB-9C09-1BFC69243AC4}" destId="{E26E7012-A3C3-4711-BD05-B8E9E6936208}" srcOrd="1" destOrd="0" parTransId="{FEF8CFEE-AF3C-473A-BD3A-D027A34361B6}" sibTransId="{803753A8-008F-467C-BDBB-530BD591FB31}"/>
    <dgm:cxn modelId="{B3D23DA2-608D-4036-BFCD-8C577361F421}" srcId="{D8A8FDE2-94D7-40D7-A5EA-70579F37A8E3}" destId="{B0035CCE-6A77-4700-98B0-B1AFA683F5C0}" srcOrd="0" destOrd="0" parTransId="{FE889E5C-5C6A-4B95-9D66-71C730301182}" sibTransId="{27E439BE-F944-4EF4-A9D1-B84621720521}"/>
    <dgm:cxn modelId="{17307BC0-2DE2-452F-AD49-DC60748F45FE}" type="presOf" srcId="{B0035CCE-6A77-4700-98B0-B1AFA683F5C0}" destId="{B77CB725-58D4-4976-8F33-86F3AD565984}" srcOrd="0" destOrd="0" presId="urn:microsoft.com/office/officeart/2005/8/layout/vList2"/>
    <dgm:cxn modelId="{6C289CC0-3D59-49A3-9F01-5A5E9A1C70E7}" type="presOf" srcId="{FF3DE442-266A-4A85-8849-7DB603CFEE3A}" destId="{B340AE04-5C8C-4D52-9DF4-5E59303D9D4A}" srcOrd="0" destOrd="0" presId="urn:microsoft.com/office/officeart/2005/8/layout/vList2"/>
    <dgm:cxn modelId="{A682A3C4-E092-4E43-9101-C94AAE843209}" type="presOf" srcId="{E26E7012-A3C3-4711-BD05-B8E9E6936208}" destId="{B340AE04-5C8C-4D52-9DF4-5E59303D9D4A}" srcOrd="0" destOrd="1" presId="urn:microsoft.com/office/officeart/2005/8/layout/vList2"/>
    <dgm:cxn modelId="{FC2D70D1-BDA6-48FE-8735-813B2C4ABC18}" type="presOf" srcId="{D8A8FDE2-94D7-40D7-A5EA-70579F37A8E3}" destId="{86C2C8E1-5300-4B75-8574-CDDF614325A3}" srcOrd="0" destOrd="0" presId="urn:microsoft.com/office/officeart/2005/8/layout/vList2"/>
    <dgm:cxn modelId="{1CFEE0E2-E95E-4978-9E57-18B5A76DD700}" srcId="{D8A8FDE2-94D7-40D7-A5EA-70579F37A8E3}" destId="{FC840D13-F01C-479D-A91A-F08A08F76E2F}" srcOrd="1" destOrd="0" parTransId="{09E6084D-ACB0-4321-8445-DE6235779EB2}" sibTransId="{EA1258F4-438E-4103-B709-33A73D078E82}"/>
    <dgm:cxn modelId="{DAF6B4E3-B77A-4DA2-924C-FF304111F53B}" type="presOf" srcId="{2B82688E-C02C-453F-AC4C-EC25104B4D06}" destId="{B340AE04-5C8C-4D52-9DF4-5E59303D9D4A}" srcOrd="0" destOrd="2" presId="urn:microsoft.com/office/officeart/2005/8/layout/vList2"/>
    <dgm:cxn modelId="{3BA35FF4-D39A-42A6-B521-9BF0ED6250D5}" srcId="{524F527D-E12C-48EB-9C09-1BFC69243AC4}" destId="{2B82688E-C02C-453F-AC4C-EC25104B4D06}" srcOrd="2" destOrd="0" parTransId="{2DF3391F-D729-42AF-AF11-3C112C7B18AB}" sibTransId="{B910916F-BA31-416A-93F4-4B3C8794AC81}"/>
    <dgm:cxn modelId="{1934E133-27D5-47DE-9FAC-BEF8FB47E983}" type="presParOf" srcId="{86C2C8E1-5300-4B75-8574-CDDF614325A3}" destId="{B77CB725-58D4-4976-8F33-86F3AD565984}" srcOrd="0" destOrd="0" presId="urn:microsoft.com/office/officeart/2005/8/layout/vList2"/>
    <dgm:cxn modelId="{AEF12A39-D6DE-4428-B393-4244F1EB0F06}" type="presParOf" srcId="{86C2C8E1-5300-4B75-8574-CDDF614325A3}" destId="{49CA25EB-6B74-4ED1-B2A6-FFB6B023FB25}" srcOrd="1" destOrd="0" presId="urn:microsoft.com/office/officeart/2005/8/layout/vList2"/>
    <dgm:cxn modelId="{18BB1736-BAEC-43CF-9F5A-B98A3852A9B5}" type="presParOf" srcId="{86C2C8E1-5300-4B75-8574-CDDF614325A3}" destId="{34DC8FAB-3B31-417D-9972-ECAE6333B71C}" srcOrd="2" destOrd="0" presId="urn:microsoft.com/office/officeart/2005/8/layout/vList2"/>
    <dgm:cxn modelId="{266C8B71-F3FA-47E9-ACA9-2EE7BA0DBFCE}" type="presParOf" srcId="{86C2C8E1-5300-4B75-8574-CDDF614325A3}" destId="{54EB8B2B-E5B9-413F-8C37-CA72B8EE71C9}" srcOrd="3" destOrd="0" presId="urn:microsoft.com/office/officeart/2005/8/layout/vList2"/>
    <dgm:cxn modelId="{D5DE9ED2-F690-4B35-9BFA-851CDBF2538B}" type="presParOf" srcId="{86C2C8E1-5300-4B75-8574-CDDF614325A3}" destId="{CBBBC6DE-8654-457B-A5DF-91930E74C1FC}" srcOrd="4" destOrd="0" presId="urn:microsoft.com/office/officeart/2005/8/layout/vList2"/>
    <dgm:cxn modelId="{9F14C84E-755C-43F6-BBE1-83D29D985D69}" type="presParOf" srcId="{86C2C8E1-5300-4B75-8574-CDDF614325A3}" destId="{B340AE04-5C8C-4D52-9DF4-5E59303D9D4A}" srcOrd="5" destOrd="0" presId="urn:microsoft.com/office/officeart/2005/8/layout/vList2"/>
    <dgm:cxn modelId="{A9E347E0-0C3A-4826-A617-B483691810AA}" type="presParOf" srcId="{86C2C8E1-5300-4B75-8574-CDDF614325A3}" destId="{624F916C-A052-4DF4-8229-CEDB5B767B3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60346E-C27E-4C81-B339-20394D9D049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184048-02D4-47C5-9450-48B5121C4523}">
      <dgm:prSet/>
      <dgm:spPr/>
      <dgm:t>
        <a:bodyPr/>
        <a:lstStyle/>
        <a:p>
          <a:r>
            <a:rPr lang="en-US"/>
            <a:t>U-net:</a:t>
          </a:r>
        </a:p>
      </dgm:t>
    </dgm:pt>
    <dgm:pt modelId="{3B8DFACC-F027-416E-8DD6-94B404B991A7}" type="parTrans" cxnId="{67BB6CAC-AD94-4374-9BA6-929767376087}">
      <dgm:prSet/>
      <dgm:spPr/>
      <dgm:t>
        <a:bodyPr/>
        <a:lstStyle/>
        <a:p>
          <a:endParaRPr lang="en-US"/>
        </a:p>
      </dgm:t>
    </dgm:pt>
    <dgm:pt modelId="{E0D23D49-170B-4729-8507-54CF2FF38B2D}" type="sibTrans" cxnId="{67BB6CAC-AD94-4374-9BA6-929767376087}">
      <dgm:prSet/>
      <dgm:spPr/>
      <dgm:t>
        <a:bodyPr/>
        <a:lstStyle/>
        <a:p>
          <a:endParaRPr lang="en-US"/>
        </a:p>
      </dgm:t>
    </dgm:pt>
    <dgm:pt modelId="{1AD050CC-65B1-477B-AB7B-A75C51E0B925}">
      <dgm:prSet/>
      <dgm:spPr/>
      <dgm:t>
        <a:bodyPr/>
        <a:lstStyle/>
        <a:p>
          <a:r>
            <a:rPr lang="en-US"/>
            <a:t>Learns the noise mask to extract</a:t>
          </a:r>
        </a:p>
      </dgm:t>
    </dgm:pt>
    <dgm:pt modelId="{454BD79D-4F72-420F-AAB4-D63F673ACBBA}" type="parTrans" cxnId="{FB72EA72-2A39-4EA9-BCDF-DAE8DB5CABD1}">
      <dgm:prSet/>
      <dgm:spPr/>
      <dgm:t>
        <a:bodyPr/>
        <a:lstStyle/>
        <a:p>
          <a:endParaRPr lang="en-US"/>
        </a:p>
      </dgm:t>
    </dgm:pt>
    <dgm:pt modelId="{995E0CE9-C26F-41D2-96CF-EFBF041320AA}" type="sibTrans" cxnId="{FB72EA72-2A39-4EA9-BCDF-DAE8DB5CABD1}">
      <dgm:prSet/>
      <dgm:spPr/>
      <dgm:t>
        <a:bodyPr/>
        <a:lstStyle/>
        <a:p>
          <a:endParaRPr lang="en-US"/>
        </a:p>
      </dgm:t>
    </dgm:pt>
    <dgm:pt modelId="{BDA4930B-BCA5-4851-836D-39FCC7AE8191}">
      <dgm:prSet/>
      <dgm:spPr/>
      <dgm:t>
        <a:bodyPr/>
        <a:lstStyle/>
        <a:p>
          <a:r>
            <a:rPr lang="en-US"/>
            <a:t>Masks non-targeted source</a:t>
          </a:r>
        </a:p>
      </dgm:t>
    </dgm:pt>
    <dgm:pt modelId="{E52F2E10-A03C-475C-83CE-AAA087774C2F}" type="parTrans" cxnId="{B5A3A903-8C25-4C67-B61F-6BBFC2D1FD6A}">
      <dgm:prSet/>
      <dgm:spPr/>
      <dgm:t>
        <a:bodyPr/>
        <a:lstStyle/>
        <a:p>
          <a:endParaRPr lang="en-US"/>
        </a:p>
      </dgm:t>
    </dgm:pt>
    <dgm:pt modelId="{EA26D688-D283-4B23-9138-55F838505DA1}" type="sibTrans" cxnId="{B5A3A903-8C25-4C67-B61F-6BBFC2D1FD6A}">
      <dgm:prSet/>
      <dgm:spPr/>
      <dgm:t>
        <a:bodyPr/>
        <a:lstStyle/>
        <a:p>
          <a:endParaRPr lang="en-US"/>
        </a:p>
      </dgm:t>
    </dgm:pt>
    <dgm:pt modelId="{2E091F19-3CB1-4725-A8E3-0C8B8D9A3541}">
      <dgm:prSet/>
      <dgm:spPr/>
      <dgm:t>
        <a:bodyPr/>
        <a:lstStyle/>
        <a:p>
          <a:r>
            <a:rPr lang="en-US"/>
            <a:t>2 Independent CDAEs and training loops</a:t>
          </a:r>
        </a:p>
      </dgm:t>
    </dgm:pt>
    <dgm:pt modelId="{9A497AC0-E223-4688-8E78-A5E3CA3AB5EB}" type="parTrans" cxnId="{0BE31179-D7AE-4BC8-B321-2BF3B3C558A4}">
      <dgm:prSet/>
      <dgm:spPr/>
      <dgm:t>
        <a:bodyPr/>
        <a:lstStyle/>
        <a:p>
          <a:endParaRPr lang="en-US"/>
        </a:p>
      </dgm:t>
    </dgm:pt>
    <dgm:pt modelId="{23AE94CF-6894-4537-95F5-BB2D78788B48}" type="sibTrans" cxnId="{0BE31179-D7AE-4BC8-B321-2BF3B3C558A4}">
      <dgm:prSet/>
      <dgm:spPr/>
      <dgm:t>
        <a:bodyPr/>
        <a:lstStyle/>
        <a:p>
          <a:endParaRPr lang="en-US"/>
        </a:p>
      </dgm:t>
    </dgm:pt>
    <dgm:pt modelId="{F4C416B5-C4A5-4362-B72F-564AD1D28397}">
      <dgm:prSet/>
      <dgm:spPr/>
      <dgm:t>
        <a:bodyPr/>
        <a:lstStyle/>
        <a:p>
          <a:r>
            <a:rPr lang="en-US"/>
            <a:t>L/R channels as ground truth</a:t>
          </a:r>
        </a:p>
      </dgm:t>
    </dgm:pt>
    <dgm:pt modelId="{8D350F38-B4B0-4ADF-A9A0-15E12B3D116A}" type="parTrans" cxnId="{BFD93693-CF1F-4B4E-95A6-EAF138F32EAB}">
      <dgm:prSet/>
      <dgm:spPr/>
      <dgm:t>
        <a:bodyPr/>
        <a:lstStyle/>
        <a:p>
          <a:endParaRPr lang="en-US"/>
        </a:p>
      </dgm:t>
    </dgm:pt>
    <dgm:pt modelId="{260BB6FF-B514-4217-ACD4-C2004898741A}" type="sibTrans" cxnId="{BFD93693-CF1F-4B4E-95A6-EAF138F32EAB}">
      <dgm:prSet/>
      <dgm:spPr/>
      <dgm:t>
        <a:bodyPr/>
        <a:lstStyle/>
        <a:p>
          <a:endParaRPr lang="en-US"/>
        </a:p>
      </dgm:t>
    </dgm:pt>
    <dgm:pt modelId="{DE85FDEA-C796-46C9-A329-10C91F306273}">
      <dgm:prSet/>
      <dgm:spPr/>
      <dgm:t>
        <a:bodyPr/>
        <a:lstStyle/>
        <a:p>
          <a:r>
            <a:rPr lang="en-US"/>
            <a:t>Inference</a:t>
          </a:r>
        </a:p>
      </dgm:t>
    </dgm:pt>
    <dgm:pt modelId="{DAB680F8-01CF-4DD0-8BF0-E7E44BCE330F}" type="parTrans" cxnId="{3703AAEF-AA1A-4AE2-BADA-F8A6BD74D202}">
      <dgm:prSet/>
      <dgm:spPr/>
      <dgm:t>
        <a:bodyPr/>
        <a:lstStyle/>
        <a:p>
          <a:endParaRPr lang="en-US"/>
        </a:p>
      </dgm:t>
    </dgm:pt>
    <dgm:pt modelId="{F7546DB3-E584-4113-8272-8927DAAB27CA}" type="sibTrans" cxnId="{3703AAEF-AA1A-4AE2-BADA-F8A6BD74D202}">
      <dgm:prSet/>
      <dgm:spPr/>
      <dgm:t>
        <a:bodyPr/>
        <a:lstStyle/>
        <a:p>
          <a:endParaRPr lang="en-US"/>
        </a:p>
      </dgm:t>
    </dgm:pt>
    <dgm:pt modelId="{C7204170-2DAE-4E4B-8A66-6C4514F6F10A}">
      <dgm:prSet/>
      <dgm:spPr/>
      <dgm:t>
        <a:bodyPr/>
        <a:lstStyle/>
        <a:p>
          <a:r>
            <a:rPr lang="en-US"/>
            <a:t>Yields separated source audios</a:t>
          </a:r>
        </a:p>
      </dgm:t>
    </dgm:pt>
    <dgm:pt modelId="{6E80226E-4793-4674-865E-DD2B5A96A2F1}" type="parTrans" cxnId="{5C40868F-EBF7-4C32-995D-AC8E48C7ECC9}">
      <dgm:prSet/>
      <dgm:spPr/>
      <dgm:t>
        <a:bodyPr/>
        <a:lstStyle/>
        <a:p>
          <a:endParaRPr lang="en-US"/>
        </a:p>
      </dgm:t>
    </dgm:pt>
    <dgm:pt modelId="{9F5588F7-0A24-43CE-AFF9-F7B0C07081C3}" type="sibTrans" cxnId="{5C40868F-EBF7-4C32-995D-AC8E48C7ECC9}">
      <dgm:prSet/>
      <dgm:spPr/>
      <dgm:t>
        <a:bodyPr/>
        <a:lstStyle/>
        <a:p>
          <a:endParaRPr lang="en-US"/>
        </a:p>
      </dgm:t>
    </dgm:pt>
    <dgm:pt modelId="{4269742B-75B7-4E7A-9B36-B7B84929FB5A}">
      <dgm:prSet/>
      <dgm:spPr/>
      <dgm:t>
        <a:bodyPr/>
        <a:lstStyle/>
        <a:p>
          <a:r>
            <a:rPr lang="en-US"/>
            <a:t>encoder -&gt; decoder</a:t>
          </a:r>
        </a:p>
      </dgm:t>
    </dgm:pt>
    <dgm:pt modelId="{0D963581-9C9D-4AC5-AF73-B850AFD9495F}" type="parTrans" cxnId="{481225FA-6260-46F2-A9DE-13F94649C605}">
      <dgm:prSet/>
      <dgm:spPr/>
      <dgm:t>
        <a:bodyPr/>
        <a:lstStyle/>
        <a:p>
          <a:endParaRPr lang="en-US"/>
        </a:p>
      </dgm:t>
    </dgm:pt>
    <dgm:pt modelId="{6A5B1352-E9BC-4D33-897F-4E34FB4D9C4D}" type="sibTrans" cxnId="{481225FA-6260-46F2-A9DE-13F94649C605}">
      <dgm:prSet/>
      <dgm:spPr/>
      <dgm:t>
        <a:bodyPr/>
        <a:lstStyle/>
        <a:p>
          <a:endParaRPr lang="en-US"/>
        </a:p>
      </dgm:t>
    </dgm:pt>
    <dgm:pt modelId="{A208FEF1-6F30-479F-BBB4-CE93704234E4}">
      <dgm:prSet/>
      <dgm:spPr/>
      <dgm:t>
        <a:bodyPr/>
        <a:lstStyle/>
        <a:p>
          <a:r>
            <a:rPr lang="en-US"/>
            <a:t>Skip connection from output of each encoder layer to input of penultimate layer in decoder</a:t>
          </a:r>
        </a:p>
      </dgm:t>
    </dgm:pt>
    <dgm:pt modelId="{62FAD361-5AB1-40DC-A990-9F01DBB04F0B}" type="parTrans" cxnId="{CFF30761-FE57-4F38-BB60-B75553F9A0DD}">
      <dgm:prSet/>
      <dgm:spPr/>
      <dgm:t>
        <a:bodyPr/>
        <a:lstStyle/>
        <a:p>
          <a:endParaRPr lang="en-US"/>
        </a:p>
      </dgm:t>
    </dgm:pt>
    <dgm:pt modelId="{C47DB67A-D2A2-4B0A-B343-978DA8A8F14C}" type="sibTrans" cxnId="{CFF30761-FE57-4F38-BB60-B75553F9A0DD}">
      <dgm:prSet/>
      <dgm:spPr/>
      <dgm:t>
        <a:bodyPr/>
        <a:lstStyle/>
        <a:p>
          <a:endParaRPr lang="en-US"/>
        </a:p>
      </dgm:t>
    </dgm:pt>
    <dgm:pt modelId="{30F12277-B80A-4501-9ABE-A29FADAC011A}" type="pres">
      <dgm:prSet presAssocID="{8060346E-C27E-4C81-B339-20394D9D049C}" presName="linear" presStyleCnt="0">
        <dgm:presLayoutVars>
          <dgm:dir/>
          <dgm:animLvl val="lvl"/>
          <dgm:resizeHandles val="exact"/>
        </dgm:presLayoutVars>
      </dgm:prSet>
      <dgm:spPr/>
    </dgm:pt>
    <dgm:pt modelId="{9CA54121-6A9C-4A95-B92E-113D2063550C}" type="pres">
      <dgm:prSet presAssocID="{3B184048-02D4-47C5-9450-48B5121C4523}" presName="parentLin" presStyleCnt="0"/>
      <dgm:spPr/>
    </dgm:pt>
    <dgm:pt modelId="{567C6DB8-E466-4240-8674-8AB63EA27D39}" type="pres">
      <dgm:prSet presAssocID="{3B184048-02D4-47C5-9450-48B5121C4523}" presName="parentLeftMargin" presStyleLbl="node1" presStyleIdx="0" presStyleCnt="4"/>
      <dgm:spPr/>
    </dgm:pt>
    <dgm:pt modelId="{EB84DB8C-C097-428C-9D66-2467F7907B9E}" type="pres">
      <dgm:prSet presAssocID="{3B184048-02D4-47C5-9450-48B5121C45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246B58-D8A1-482F-AB00-97CFDB0F3FA6}" type="pres">
      <dgm:prSet presAssocID="{3B184048-02D4-47C5-9450-48B5121C4523}" presName="negativeSpace" presStyleCnt="0"/>
      <dgm:spPr/>
    </dgm:pt>
    <dgm:pt modelId="{BEECA872-995D-4FC5-8ADE-BFF9E4C8A56D}" type="pres">
      <dgm:prSet presAssocID="{3B184048-02D4-47C5-9450-48B5121C4523}" presName="childText" presStyleLbl="conFgAcc1" presStyleIdx="0" presStyleCnt="4">
        <dgm:presLayoutVars>
          <dgm:bulletEnabled val="1"/>
        </dgm:presLayoutVars>
      </dgm:prSet>
      <dgm:spPr/>
    </dgm:pt>
    <dgm:pt modelId="{7F1EAE0D-4484-4974-9333-A7C9D667D64F}" type="pres">
      <dgm:prSet presAssocID="{E0D23D49-170B-4729-8507-54CF2FF38B2D}" presName="spaceBetweenRectangles" presStyleCnt="0"/>
      <dgm:spPr/>
    </dgm:pt>
    <dgm:pt modelId="{1F9E292F-F572-4BF5-93CB-CA53934BB86D}" type="pres">
      <dgm:prSet presAssocID="{1AD050CC-65B1-477B-AB7B-A75C51E0B925}" presName="parentLin" presStyleCnt="0"/>
      <dgm:spPr/>
    </dgm:pt>
    <dgm:pt modelId="{5A5F887F-5C85-4A29-BD68-DD62A3C13937}" type="pres">
      <dgm:prSet presAssocID="{1AD050CC-65B1-477B-AB7B-A75C51E0B925}" presName="parentLeftMargin" presStyleLbl="node1" presStyleIdx="0" presStyleCnt="4"/>
      <dgm:spPr/>
    </dgm:pt>
    <dgm:pt modelId="{3EEC5331-18D7-4539-A574-3543C16F4B30}" type="pres">
      <dgm:prSet presAssocID="{1AD050CC-65B1-477B-AB7B-A75C51E0B9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7D6F1E-1CC4-4B55-9674-9321A1BD9BDA}" type="pres">
      <dgm:prSet presAssocID="{1AD050CC-65B1-477B-AB7B-A75C51E0B925}" presName="negativeSpace" presStyleCnt="0"/>
      <dgm:spPr/>
    </dgm:pt>
    <dgm:pt modelId="{6BA9FBC6-2108-49D3-B4CE-1318B3C7A9D1}" type="pres">
      <dgm:prSet presAssocID="{1AD050CC-65B1-477B-AB7B-A75C51E0B925}" presName="childText" presStyleLbl="conFgAcc1" presStyleIdx="1" presStyleCnt="4">
        <dgm:presLayoutVars>
          <dgm:bulletEnabled val="1"/>
        </dgm:presLayoutVars>
      </dgm:prSet>
      <dgm:spPr/>
    </dgm:pt>
    <dgm:pt modelId="{E5D2B5EA-26E1-47A7-A58E-43E3838C3846}" type="pres">
      <dgm:prSet presAssocID="{995E0CE9-C26F-41D2-96CF-EFBF041320AA}" presName="spaceBetweenRectangles" presStyleCnt="0"/>
      <dgm:spPr/>
    </dgm:pt>
    <dgm:pt modelId="{08447188-805C-41DE-A95A-BBD19C0B0FDF}" type="pres">
      <dgm:prSet presAssocID="{2E091F19-3CB1-4725-A8E3-0C8B8D9A3541}" presName="parentLin" presStyleCnt="0"/>
      <dgm:spPr/>
    </dgm:pt>
    <dgm:pt modelId="{CD501E8A-39A6-44E0-867A-C6472D910AAB}" type="pres">
      <dgm:prSet presAssocID="{2E091F19-3CB1-4725-A8E3-0C8B8D9A3541}" presName="parentLeftMargin" presStyleLbl="node1" presStyleIdx="1" presStyleCnt="4"/>
      <dgm:spPr/>
    </dgm:pt>
    <dgm:pt modelId="{BD75734F-D0EB-4412-A413-E0C76A4E5E2B}" type="pres">
      <dgm:prSet presAssocID="{2E091F19-3CB1-4725-A8E3-0C8B8D9A354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2BFACE-9473-4383-9251-2C8127EB9F46}" type="pres">
      <dgm:prSet presAssocID="{2E091F19-3CB1-4725-A8E3-0C8B8D9A3541}" presName="negativeSpace" presStyleCnt="0"/>
      <dgm:spPr/>
    </dgm:pt>
    <dgm:pt modelId="{D0DAFB09-D4B5-4A2D-A790-9BB10C1E572E}" type="pres">
      <dgm:prSet presAssocID="{2E091F19-3CB1-4725-A8E3-0C8B8D9A3541}" presName="childText" presStyleLbl="conFgAcc1" presStyleIdx="2" presStyleCnt="4">
        <dgm:presLayoutVars>
          <dgm:bulletEnabled val="1"/>
        </dgm:presLayoutVars>
      </dgm:prSet>
      <dgm:spPr/>
    </dgm:pt>
    <dgm:pt modelId="{B8F2EEED-091C-42CA-80D7-498C21FEC9F1}" type="pres">
      <dgm:prSet presAssocID="{23AE94CF-6894-4537-95F5-BB2D78788B48}" presName="spaceBetweenRectangles" presStyleCnt="0"/>
      <dgm:spPr/>
    </dgm:pt>
    <dgm:pt modelId="{9E115A04-C9B4-4A09-A4C5-4BAC7CBC921D}" type="pres">
      <dgm:prSet presAssocID="{DE85FDEA-C796-46C9-A329-10C91F306273}" presName="parentLin" presStyleCnt="0"/>
      <dgm:spPr/>
    </dgm:pt>
    <dgm:pt modelId="{0431D648-6013-4459-8375-027E472C7214}" type="pres">
      <dgm:prSet presAssocID="{DE85FDEA-C796-46C9-A329-10C91F306273}" presName="parentLeftMargin" presStyleLbl="node1" presStyleIdx="2" presStyleCnt="4"/>
      <dgm:spPr/>
    </dgm:pt>
    <dgm:pt modelId="{72656864-8900-47A1-B5BF-BE796311F16E}" type="pres">
      <dgm:prSet presAssocID="{DE85FDEA-C796-46C9-A329-10C91F30627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14559F6-BB72-4480-B5F3-F4988F20E0FF}" type="pres">
      <dgm:prSet presAssocID="{DE85FDEA-C796-46C9-A329-10C91F306273}" presName="negativeSpace" presStyleCnt="0"/>
      <dgm:spPr/>
    </dgm:pt>
    <dgm:pt modelId="{C072711D-FAF8-4EA8-AA27-5C8C1C3A90A4}" type="pres">
      <dgm:prSet presAssocID="{DE85FDEA-C796-46C9-A329-10C91F30627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5A3A903-8C25-4C67-B61F-6BBFC2D1FD6A}" srcId="{1AD050CC-65B1-477B-AB7B-A75C51E0B925}" destId="{BDA4930B-BCA5-4851-836D-39FCC7AE8191}" srcOrd="0" destOrd="0" parTransId="{E52F2E10-A03C-475C-83CE-AAA087774C2F}" sibTransId="{EA26D688-D283-4B23-9138-55F838505DA1}"/>
    <dgm:cxn modelId="{C8BE6507-9418-44F6-842D-EB302EBB0F83}" type="presOf" srcId="{1AD050CC-65B1-477B-AB7B-A75C51E0B925}" destId="{5A5F887F-5C85-4A29-BD68-DD62A3C13937}" srcOrd="0" destOrd="0" presId="urn:microsoft.com/office/officeart/2005/8/layout/list1"/>
    <dgm:cxn modelId="{14DBAB0D-6FD2-465F-9801-5521B2C7C94B}" type="presOf" srcId="{C7204170-2DAE-4E4B-8A66-6C4514F6F10A}" destId="{C072711D-FAF8-4EA8-AA27-5C8C1C3A90A4}" srcOrd="0" destOrd="0" presId="urn:microsoft.com/office/officeart/2005/8/layout/list1"/>
    <dgm:cxn modelId="{0A8C471B-904D-40B9-9B3F-A54E039F8CDB}" type="presOf" srcId="{1AD050CC-65B1-477B-AB7B-A75C51E0B925}" destId="{3EEC5331-18D7-4539-A574-3543C16F4B30}" srcOrd="1" destOrd="0" presId="urn:microsoft.com/office/officeart/2005/8/layout/list1"/>
    <dgm:cxn modelId="{46A3921C-7D64-4915-8C62-41E5C9CC3246}" type="presOf" srcId="{DE85FDEA-C796-46C9-A329-10C91F306273}" destId="{0431D648-6013-4459-8375-027E472C7214}" srcOrd="0" destOrd="0" presId="urn:microsoft.com/office/officeart/2005/8/layout/list1"/>
    <dgm:cxn modelId="{362FE830-E0EF-4044-8CFB-4188928AF3CE}" type="presOf" srcId="{A208FEF1-6F30-479F-BBB4-CE93704234E4}" destId="{BEECA872-995D-4FC5-8ADE-BFF9E4C8A56D}" srcOrd="0" destOrd="1" presId="urn:microsoft.com/office/officeart/2005/8/layout/list1"/>
    <dgm:cxn modelId="{DA812C35-ACDC-4C7F-B1D0-E7593412AD89}" type="presOf" srcId="{3B184048-02D4-47C5-9450-48B5121C4523}" destId="{567C6DB8-E466-4240-8674-8AB63EA27D39}" srcOrd="0" destOrd="0" presId="urn:microsoft.com/office/officeart/2005/8/layout/list1"/>
    <dgm:cxn modelId="{9E079639-DF9D-4A53-8DFF-78ED103CD126}" type="presOf" srcId="{F4C416B5-C4A5-4362-B72F-564AD1D28397}" destId="{D0DAFB09-D4B5-4A2D-A790-9BB10C1E572E}" srcOrd="0" destOrd="0" presId="urn:microsoft.com/office/officeart/2005/8/layout/list1"/>
    <dgm:cxn modelId="{29D4CD3D-BD71-4304-8A34-CB0C372A4C4F}" type="presOf" srcId="{2E091F19-3CB1-4725-A8E3-0C8B8D9A3541}" destId="{CD501E8A-39A6-44E0-867A-C6472D910AAB}" srcOrd="0" destOrd="0" presId="urn:microsoft.com/office/officeart/2005/8/layout/list1"/>
    <dgm:cxn modelId="{CFF30761-FE57-4F38-BB60-B75553F9A0DD}" srcId="{3B184048-02D4-47C5-9450-48B5121C4523}" destId="{A208FEF1-6F30-479F-BBB4-CE93704234E4}" srcOrd="1" destOrd="0" parTransId="{62FAD361-5AB1-40DC-A990-9F01DBB04F0B}" sibTransId="{C47DB67A-D2A2-4B0A-B343-978DA8A8F14C}"/>
    <dgm:cxn modelId="{0495E063-57A0-4066-A830-5D8B4C0E738D}" type="presOf" srcId="{DE85FDEA-C796-46C9-A329-10C91F306273}" destId="{72656864-8900-47A1-B5BF-BE796311F16E}" srcOrd="1" destOrd="0" presId="urn:microsoft.com/office/officeart/2005/8/layout/list1"/>
    <dgm:cxn modelId="{93BA7547-D890-4763-BFB2-299DF0AEF7AE}" type="presOf" srcId="{8060346E-C27E-4C81-B339-20394D9D049C}" destId="{30F12277-B80A-4501-9ABE-A29FADAC011A}" srcOrd="0" destOrd="0" presId="urn:microsoft.com/office/officeart/2005/8/layout/list1"/>
    <dgm:cxn modelId="{27DA8847-CB96-41F0-A089-1F3FD9111720}" type="presOf" srcId="{2E091F19-3CB1-4725-A8E3-0C8B8D9A3541}" destId="{BD75734F-D0EB-4412-A413-E0C76A4E5E2B}" srcOrd="1" destOrd="0" presId="urn:microsoft.com/office/officeart/2005/8/layout/list1"/>
    <dgm:cxn modelId="{3446DF4E-4E0A-44A9-92D9-70E024C6A911}" type="presOf" srcId="{BDA4930B-BCA5-4851-836D-39FCC7AE8191}" destId="{6BA9FBC6-2108-49D3-B4CE-1318B3C7A9D1}" srcOrd="0" destOrd="0" presId="urn:microsoft.com/office/officeart/2005/8/layout/list1"/>
    <dgm:cxn modelId="{F0228652-5204-4AA5-991C-BD234BA5F17B}" type="presOf" srcId="{3B184048-02D4-47C5-9450-48B5121C4523}" destId="{EB84DB8C-C097-428C-9D66-2467F7907B9E}" srcOrd="1" destOrd="0" presId="urn:microsoft.com/office/officeart/2005/8/layout/list1"/>
    <dgm:cxn modelId="{FB72EA72-2A39-4EA9-BCDF-DAE8DB5CABD1}" srcId="{8060346E-C27E-4C81-B339-20394D9D049C}" destId="{1AD050CC-65B1-477B-AB7B-A75C51E0B925}" srcOrd="1" destOrd="0" parTransId="{454BD79D-4F72-420F-AAB4-D63F673ACBBA}" sibTransId="{995E0CE9-C26F-41D2-96CF-EFBF041320AA}"/>
    <dgm:cxn modelId="{04EC9954-C0E3-4003-9388-E129F25042FE}" type="presOf" srcId="{4269742B-75B7-4E7A-9B36-B7B84929FB5A}" destId="{BEECA872-995D-4FC5-8ADE-BFF9E4C8A56D}" srcOrd="0" destOrd="0" presId="urn:microsoft.com/office/officeart/2005/8/layout/list1"/>
    <dgm:cxn modelId="{0BE31179-D7AE-4BC8-B321-2BF3B3C558A4}" srcId="{8060346E-C27E-4C81-B339-20394D9D049C}" destId="{2E091F19-3CB1-4725-A8E3-0C8B8D9A3541}" srcOrd="2" destOrd="0" parTransId="{9A497AC0-E223-4688-8E78-A5E3CA3AB5EB}" sibTransId="{23AE94CF-6894-4537-95F5-BB2D78788B48}"/>
    <dgm:cxn modelId="{5C40868F-EBF7-4C32-995D-AC8E48C7ECC9}" srcId="{DE85FDEA-C796-46C9-A329-10C91F306273}" destId="{C7204170-2DAE-4E4B-8A66-6C4514F6F10A}" srcOrd="0" destOrd="0" parTransId="{6E80226E-4793-4674-865E-DD2B5A96A2F1}" sibTransId="{9F5588F7-0A24-43CE-AFF9-F7B0C07081C3}"/>
    <dgm:cxn modelId="{BFD93693-CF1F-4B4E-95A6-EAF138F32EAB}" srcId="{2E091F19-3CB1-4725-A8E3-0C8B8D9A3541}" destId="{F4C416B5-C4A5-4362-B72F-564AD1D28397}" srcOrd="0" destOrd="0" parTransId="{8D350F38-B4B0-4ADF-A9A0-15E12B3D116A}" sibTransId="{260BB6FF-B514-4217-ACD4-C2004898741A}"/>
    <dgm:cxn modelId="{67BB6CAC-AD94-4374-9BA6-929767376087}" srcId="{8060346E-C27E-4C81-B339-20394D9D049C}" destId="{3B184048-02D4-47C5-9450-48B5121C4523}" srcOrd="0" destOrd="0" parTransId="{3B8DFACC-F027-416E-8DD6-94B404B991A7}" sibTransId="{E0D23D49-170B-4729-8507-54CF2FF38B2D}"/>
    <dgm:cxn modelId="{3703AAEF-AA1A-4AE2-BADA-F8A6BD74D202}" srcId="{8060346E-C27E-4C81-B339-20394D9D049C}" destId="{DE85FDEA-C796-46C9-A329-10C91F306273}" srcOrd="3" destOrd="0" parTransId="{DAB680F8-01CF-4DD0-8BF0-E7E44BCE330F}" sibTransId="{F7546DB3-E584-4113-8272-8927DAAB27CA}"/>
    <dgm:cxn modelId="{481225FA-6260-46F2-A9DE-13F94649C605}" srcId="{3B184048-02D4-47C5-9450-48B5121C4523}" destId="{4269742B-75B7-4E7A-9B36-B7B84929FB5A}" srcOrd="0" destOrd="0" parTransId="{0D963581-9C9D-4AC5-AF73-B850AFD9495F}" sibTransId="{6A5B1352-E9BC-4D33-897F-4E34FB4D9C4D}"/>
    <dgm:cxn modelId="{F995ABA9-B2E4-4ECF-A12D-FC4C5584EA7A}" type="presParOf" srcId="{30F12277-B80A-4501-9ABE-A29FADAC011A}" destId="{9CA54121-6A9C-4A95-B92E-113D2063550C}" srcOrd="0" destOrd="0" presId="urn:microsoft.com/office/officeart/2005/8/layout/list1"/>
    <dgm:cxn modelId="{4ACE3509-B74F-48FB-9621-F9FEF5955E3B}" type="presParOf" srcId="{9CA54121-6A9C-4A95-B92E-113D2063550C}" destId="{567C6DB8-E466-4240-8674-8AB63EA27D39}" srcOrd="0" destOrd="0" presId="urn:microsoft.com/office/officeart/2005/8/layout/list1"/>
    <dgm:cxn modelId="{EC4B3C5C-5C0A-49A2-9A23-0E14707BB8F7}" type="presParOf" srcId="{9CA54121-6A9C-4A95-B92E-113D2063550C}" destId="{EB84DB8C-C097-428C-9D66-2467F7907B9E}" srcOrd="1" destOrd="0" presId="urn:microsoft.com/office/officeart/2005/8/layout/list1"/>
    <dgm:cxn modelId="{16F2F92A-E9CC-4861-9A7B-EE34E4CAEEDD}" type="presParOf" srcId="{30F12277-B80A-4501-9ABE-A29FADAC011A}" destId="{23246B58-D8A1-482F-AB00-97CFDB0F3FA6}" srcOrd="1" destOrd="0" presId="urn:microsoft.com/office/officeart/2005/8/layout/list1"/>
    <dgm:cxn modelId="{E6BE82E2-0DD6-43F0-9DA8-2ED4AE303F01}" type="presParOf" srcId="{30F12277-B80A-4501-9ABE-A29FADAC011A}" destId="{BEECA872-995D-4FC5-8ADE-BFF9E4C8A56D}" srcOrd="2" destOrd="0" presId="urn:microsoft.com/office/officeart/2005/8/layout/list1"/>
    <dgm:cxn modelId="{410E44EB-EBE1-4078-9D9C-BBDF97E86141}" type="presParOf" srcId="{30F12277-B80A-4501-9ABE-A29FADAC011A}" destId="{7F1EAE0D-4484-4974-9333-A7C9D667D64F}" srcOrd="3" destOrd="0" presId="urn:microsoft.com/office/officeart/2005/8/layout/list1"/>
    <dgm:cxn modelId="{3F688778-652A-43B8-9C28-CDA26A4B1C07}" type="presParOf" srcId="{30F12277-B80A-4501-9ABE-A29FADAC011A}" destId="{1F9E292F-F572-4BF5-93CB-CA53934BB86D}" srcOrd="4" destOrd="0" presId="urn:microsoft.com/office/officeart/2005/8/layout/list1"/>
    <dgm:cxn modelId="{192C4F44-12EF-4398-92E9-690A03A32A56}" type="presParOf" srcId="{1F9E292F-F572-4BF5-93CB-CA53934BB86D}" destId="{5A5F887F-5C85-4A29-BD68-DD62A3C13937}" srcOrd="0" destOrd="0" presId="urn:microsoft.com/office/officeart/2005/8/layout/list1"/>
    <dgm:cxn modelId="{109904E5-19E8-475F-A8E4-33208323FB5A}" type="presParOf" srcId="{1F9E292F-F572-4BF5-93CB-CA53934BB86D}" destId="{3EEC5331-18D7-4539-A574-3543C16F4B30}" srcOrd="1" destOrd="0" presId="urn:microsoft.com/office/officeart/2005/8/layout/list1"/>
    <dgm:cxn modelId="{1DF9535C-9FFE-4FB2-AC64-67E6C92E963F}" type="presParOf" srcId="{30F12277-B80A-4501-9ABE-A29FADAC011A}" destId="{FB7D6F1E-1CC4-4B55-9674-9321A1BD9BDA}" srcOrd="5" destOrd="0" presId="urn:microsoft.com/office/officeart/2005/8/layout/list1"/>
    <dgm:cxn modelId="{9366A138-35DB-4213-9CBD-6F212D0917AD}" type="presParOf" srcId="{30F12277-B80A-4501-9ABE-A29FADAC011A}" destId="{6BA9FBC6-2108-49D3-B4CE-1318B3C7A9D1}" srcOrd="6" destOrd="0" presId="urn:microsoft.com/office/officeart/2005/8/layout/list1"/>
    <dgm:cxn modelId="{059C0261-B291-4040-8CAD-0EC68A439535}" type="presParOf" srcId="{30F12277-B80A-4501-9ABE-A29FADAC011A}" destId="{E5D2B5EA-26E1-47A7-A58E-43E3838C3846}" srcOrd="7" destOrd="0" presId="urn:microsoft.com/office/officeart/2005/8/layout/list1"/>
    <dgm:cxn modelId="{01D5948A-AC0C-4BCA-9C8F-C970A967BA84}" type="presParOf" srcId="{30F12277-B80A-4501-9ABE-A29FADAC011A}" destId="{08447188-805C-41DE-A95A-BBD19C0B0FDF}" srcOrd="8" destOrd="0" presId="urn:microsoft.com/office/officeart/2005/8/layout/list1"/>
    <dgm:cxn modelId="{47236F0A-F437-4969-A097-67C4F08CF26C}" type="presParOf" srcId="{08447188-805C-41DE-A95A-BBD19C0B0FDF}" destId="{CD501E8A-39A6-44E0-867A-C6472D910AAB}" srcOrd="0" destOrd="0" presId="urn:microsoft.com/office/officeart/2005/8/layout/list1"/>
    <dgm:cxn modelId="{9503D7EC-B627-4F67-9598-A8083375FB02}" type="presParOf" srcId="{08447188-805C-41DE-A95A-BBD19C0B0FDF}" destId="{BD75734F-D0EB-4412-A413-E0C76A4E5E2B}" srcOrd="1" destOrd="0" presId="urn:microsoft.com/office/officeart/2005/8/layout/list1"/>
    <dgm:cxn modelId="{506C23AB-4E23-46DD-9250-28B7E265352E}" type="presParOf" srcId="{30F12277-B80A-4501-9ABE-A29FADAC011A}" destId="{5F2BFACE-9473-4383-9251-2C8127EB9F46}" srcOrd="9" destOrd="0" presId="urn:microsoft.com/office/officeart/2005/8/layout/list1"/>
    <dgm:cxn modelId="{B0849E6F-FFEC-4D3E-8C55-DE271E7EEEE1}" type="presParOf" srcId="{30F12277-B80A-4501-9ABE-A29FADAC011A}" destId="{D0DAFB09-D4B5-4A2D-A790-9BB10C1E572E}" srcOrd="10" destOrd="0" presId="urn:microsoft.com/office/officeart/2005/8/layout/list1"/>
    <dgm:cxn modelId="{C6BECCC5-4208-4978-B398-299B030F3F3D}" type="presParOf" srcId="{30F12277-B80A-4501-9ABE-A29FADAC011A}" destId="{B8F2EEED-091C-42CA-80D7-498C21FEC9F1}" srcOrd="11" destOrd="0" presId="urn:microsoft.com/office/officeart/2005/8/layout/list1"/>
    <dgm:cxn modelId="{52C1CCD7-D979-4E5D-B19B-7F4E19A6B2D8}" type="presParOf" srcId="{30F12277-B80A-4501-9ABE-A29FADAC011A}" destId="{9E115A04-C9B4-4A09-A4C5-4BAC7CBC921D}" srcOrd="12" destOrd="0" presId="urn:microsoft.com/office/officeart/2005/8/layout/list1"/>
    <dgm:cxn modelId="{BB2FE9F5-8FC0-43F4-808D-D339AA8FEF38}" type="presParOf" srcId="{9E115A04-C9B4-4A09-A4C5-4BAC7CBC921D}" destId="{0431D648-6013-4459-8375-027E472C7214}" srcOrd="0" destOrd="0" presId="urn:microsoft.com/office/officeart/2005/8/layout/list1"/>
    <dgm:cxn modelId="{C32335E4-7E9C-4914-8259-7BC1C40C9CDA}" type="presParOf" srcId="{9E115A04-C9B4-4A09-A4C5-4BAC7CBC921D}" destId="{72656864-8900-47A1-B5BF-BE796311F16E}" srcOrd="1" destOrd="0" presId="urn:microsoft.com/office/officeart/2005/8/layout/list1"/>
    <dgm:cxn modelId="{72B4981D-2D9E-44B9-94AC-A66AEE2F70D2}" type="presParOf" srcId="{30F12277-B80A-4501-9ABE-A29FADAC011A}" destId="{C14559F6-BB72-4480-B5F3-F4988F20E0FF}" srcOrd="13" destOrd="0" presId="urn:microsoft.com/office/officeart/2005/8/layout/list1"/>
    <dgm:cxn modelId="{59A65D5E-4487-410E-9850-233F47F8F6EF}" type="presParOf" srcId="{30F12277-B80A-4501-9ABE-A29FADAC011A}" destId="{C072711D-FAF8-4EA8-AA27-5C8C1C3A90A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681B08-8B99-4E07-AD73-0C18686FCAF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477040-6595-49E8-8509-AE51C6CD5DC6}">
      <dgm:prSet/>
      <dgm:spPr/>
      <dgm:t>
        <a:bodyPr/>
        <a:lstStyle/>
        <a:p>
          <a:r>
            <a:rPr lang="en-US"/>
            <a:t>Signal to distortion ration(SDR)</a:t>
          </a:r>
        </a:p>
      </dgm:t>
    </dgm:pt>
    <dgm:pt modelId="{71FC6541-0E12-450F-9B57-20AEAAA9CF5C}" type="parTrans" cxnId="{C91D673A-9892-42AA-9D00-D13AE50C2593}">
      <dgm:prSet/>
      <dgm:spPr/>
      <dgm:t>
        <a:bodyPr/>
        <a:lstStyle/>
        <a:p>
          <a:endParaRPr lang="en-US"/>
        </a:p>
      </dgm:t>
    </dgm:pt>
    <dgm:pt modelId="{87A66F03-4698-45FD-B16D-E2129A29CA09}" type="sibTrans" cxnId="{C91D673A-9892-42AA-9D00-D13AE50C2593}">
      <dgm:prSet/>
      <dgm:spPr/>
      <dgm:t>
        <a:bodyPr/>
        <a:lstStyle/>
        <a:p>
          <a:endParaRPr lang="en-US"/>
        </a:p>
      </dgm:t>
    </dgm:pt>
    <dgm:pt modelId="{F7E76286-866C-4219-9E4B-B6F8F90C8DFC}">
      <dgm:prSet/>
      <dgm:spPr/>
      <dgm:t>
        <a:bodyPr/>
        <a:lstStyle/>
        <a:p>
          <a:r>
            <a:rPr lang="en-US"/>
            <a:t>Like SNR, overall audio quality</a:t>
          </a:r>
        </a:p>
      </dgm:t>
    </dgm:pt>
    <dgm:pt modelId="{0C10C19C-7430-4518-8371-E30F95E15A9C}" type="parTrans" cxnId="{6A00D289-5E1C-4E0E-BFD2-9627D561F393}">
      <dgm:prSet/>
      <dgm:spPr/>
      <dgm:t>
        <a:bodyPr/>
        <a:lstStyle/>
        <a:p>
          <a:endParaRPr lang="en-US"/>
        </a:p>
      </dgm:t>
    </dgm:pt>
    <dgm:pt modelId="{683FAC80-BF66-4E3A-A27B-2D29050A70BE}" type="sibTrans" cxnId="{6A00D289-5E1C-4E0E-BFD2-9627D561F393}">
      <dgm:prSet/>
      <dgm:spPr/>
      <dgm:t>
        <a:bodyPr/>
        <a:lstStyle/>
        <a:p>
          <a:endParaRPr lang="en-US"/>
        </a:p>
      </dgm:t>
    </dgm:pt>
    <dgm:pt modelId="{9642E911-8702-47EB-AA8F-CDF835D52052}">
      <dgm:prSet/>
      <dgm:spPr/>
      <dgm:t>
        <a:bodyPr/>
        <a:lstStyle/>
        <a:p>
          <a:r>
            <a:rPr lang="en-US"/>
            <a:t>Signal to interference ratio(SIR)</a:t>
          </a:r>
        </a:p>
      </dgm:t>
    </dgm:pt>
    <dgm:pt modelId="{839B162A-13F2-4F18-8F23-88FD4039F315}" type="parTrans" cxnId="{414400C6-941F-4E1F-847E-89D7F9B2ED78}">
      <dgm:prSet/>
      <dgm:spPr/>
      <dgm:t>
        <a:bodyPr/>
        <a:lstStyle/>
        <a:p>
          <a:endParaRPr lang="en-US"/>
        </a:p>
      </dgm:t>
    </dgm:pt>
    <dgm:pt modelId="{929709B1-F2A4-41B2-ACFA-E63BE304B326}" type="sibTrans" cxnId="{414400C6-941F-4E1F-847E-89D7F9B2ED78}">
      <dgm:prSet/>
      <dgm:spPr/>
      <dgm:t>
        <a:bodyPr/>
        <a:lstStyle/>
        <a:p>
          <a:endParaRPr lang="en-US"/>
        </a:p>
      </dgm:t>
    </dgm:pt>
    <dgm:pt modelId="{F18565C7-B8BE-4727-B1B3-EA517376E777}">
      <dgm:prSet/>
      <dgm:spPr/>
      <dgm:t>
        <a:bodyPr/>
        <a:lstStyle/>
        <a:p>
          <a:r>
            <a:rPr lang="en-US"/>
            <a:t>How much of removed source remains</a:t>
          </a:r>
        </a:p>
      </dgm:t>
    </dgm:pt>
    <dgm:pt modelId="{63F05366-D313-4279-BA35-74C1A8344C7F}" type="parTrans" cxnId="{23758E78-10D3-4A96-BF40-271BD9ADF36D}">
      <dgm:prSet/>
      <dgm:spPr/>
      <dgm:t>
        <a:bodyPr/>
        <a:lstStyle/>
        <a:p>
          <a:endParaRPr lang="en-US"/>
        </a:p>
      </dgm:t>
    </dgm:pt>
    <dgm:pt modelId="{D37CC0EC-28E5-45D2-B267-E66239985E1A}" type="sibTrans" cxnId="{23758E78-10D3-4A96-BF40-271BD9ADF36D}">
      <dgm:prSet/>
      <dgm:spPr/>
      <dgm:t>
        <a:bodyPr/>
        <a:lstStyle/>
        <a:p>
          <a:endParaRPr lang="en-US"/>
        </a:p>
      </dgm:t>
    </dgm:pt>
    <dgm:pt modelId="{1F892A05-D99E-4FF7-8456-1724A15E55F3}">
      <dgm:prSet/>
      <dgm:spPr/>
      <dgm:t>
        <a:bodyPr/>
        <a:lstStyle/>
        <a:p>
          <a:r>
            <a:rPr lang="en-US"/>
            <a:t>Presence of artifacts not present in original audio</a:t>
          </a:r>
        </a:p>
      </dgm:t>
    </dgm:pt>
    <dgm:pt modelId="{F185CC21-F354-481B-AEE1-5F259685890A}" type="parTrans" cxnId="{1D42B39C-FDB8-41D5-8D7D-85DDFD2A347F}">
      <dgm:prSet/>
      <dgm:spPr/>
      <dgm:t>
        <a:bodyPr/>
        <a:lstStyle/>
        <a:p>
          <a:endParaRPr lang="en-US"/>
        </a:p>
      </dgm:t>
    </dgm:pt>
    <dgm:pt modelId="{59A8394A-8CCF-4550-9216-D11B7704891B}" type="sibTrans" cxnId="{1D42B39C-FDB8-41D5-8D7D-85DDFD2A347F}">
      <dgm:prSet/>
      <dgm:spPr/>
      <dgm:t>
        <a:bodyPr/>
        <a:lstStyle/>
        <a:p>
          <a:endParaRPr lang="en-US"/>
        </a:p>
      </dgm:t>
    </dgm:pt>
    <dgm:pt modelId="{817BED64-B4C3-49CB-B663-510CD9EDA44D}">
      <dgm:prSet/>
      <dgm:spPr/>
      <dgm:t>
        <a:bodyPr/>
        <a:lstStyle/>
        <a:p>
          <a:r>
            <a:rPr lang="en-US"/>
            <a:t>Signal to artifact ratio(SAR)</a:t>
          </a:r>
        </a:p>
      </dgm:t>
    </dgm:pt>
    <dgm:pt modelId="{AAB5C0EF-35EF-4E28-A336-4DB3446A2014}" type="parTrans" cxnId="{BA459A16-3224-48F7-9328-63874EF82FA0}">
      <dgm:prSet/>
      <dgm:spPr/>
      <dgm:t>
        <a:bodyPr/>
        <a:lstStyle/>
        <a:p>
          <a:endParaRPr lang="en-US"/>
        </a:p>
      </dgm:t>
    </dgm:pt>
    <dgm:pt modelId="{5FA5760D-6AD1-4818-AC1E-018C044CD28A}" type="sibTrans" cxnId="{BA459A16-3224-48F7-9328-63874EF82FA0}">
      <dgm:prSet/>
      <dgm:spPr/>
      <dgm:t>
        <a:bodyPr/>
        <a:lstStyle/>
        <a:p>
          <a:endParaRPr lang="en-US"/>
        </a:p>
      </dgm:t>
    </dgm:pt>
    <dgm:pt modelId="{C56B5C76-AD32-41D5-A02D-7262DF65CAA1}" type="pres">
      <dgm:prSet presAssocID="{47681B08-8B99-4E07-AD73-0C18686FCAFA}" presName="linear" presStyleCnt="0">
        <dgm:presLayoutVars>
          <dgm:animLvl val="lvl"/>
          <dgm:resizeHandles val="exact"/>
        </dgm:presLayoutVars>
      </dgm:prSet>
      <dgm:spPr/>
    </dgm:pt>
    <dgm:pt modelId="{DA3DFD4C-EFE1-43A1-A972-5ACD64339104}" type="pres">
      <dgm:prSet presAssocID="{1A477040-6595-49E8-8509-AE51C6CD5D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F5F1B4-638F-49E0-B744-9079DB51454D}" type="pres">
      <dgm:prSet presAssocID="{1A477040-6595-49E8-8509-AE51C6CD5DC6}" presName="childText" presStyleLbl="revTx" presStyleIdx="0" presStyleCnt="3">
        <dgm:presLayoutVars>
          <dgm:bulletEnabled val="1"/>
        </dgm:presLayoutVars>
      </dgm:prSet>
      <dgm:spPr/>
    </dgm:pt>
    <dgm:pt modelId="{2A81736E-5019-4ACD-8783-2BB4D6C27808}" type="pres">
      <dgm:prSet presAssocID="{9642E911-8702-47EB-AA8F-CDF835D520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49AB8D-E833-4058-A0BD-C05960201C3D}" type="pres">
      <dgm:prSet presAssocID="{9642E911-8702-47EB-AA8F-CDF835D52052}" presName="childText" presStyleLbl="revTx" presStyleIdx="1" presStyleCnt="3">
        <dgm:presLayoutVars>
          <dgm:bulletEnabled val="1"/>
        </dgm:presLayoutVars>
      </dgm:prSet>
      <dgm:spPr/>
    </dgm:pt>
    <dgm:pt modelId="{F7DDF526-AEFE-4160-BD09-C7A98B316FB8}" type="pres">
      <dgm:prSet presAssocID="{817BED64-B4C3-49CB-B663-510CD9EDA44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016012-C258-4E48-8FC2-7C3FB21965FC}" type="pres">
      <dgm:prSet presAssocID="{817BED64-B4C3-49CB-B663-510CD9EDA44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58E8104-BD5E-493B-82B5-13A2CFACC9A2}" type="presOf" srcId="{47681B08-8B99-4E07-AD73-0C18686FCAFA}" destId="{C56B5C76-AD32-41D5-A02D-7262DF65CAA1}" srcOrd="0" destOrd="0" presId="urn:microsoft.com/office/officeart/2005/8/layout/vList2"/>
    <dgm:cxn modelId="{BA459A16-3224-48F7-9328-63874EF82FA0}" srcId="{47681B08-8B99-4E07-AD73-0C18686FCAFA}" destId="{817BED64-B4C3-49CB-B663-510CD9EDA44D}" srcOrd="2" destOrd="0" parTransId="{AAB5C0EF-35EF-4E28-A336-4DB3446A2014}" sibTransId="{5FA5760D-6AD1-4818-AC1E-018C044CD28A}"/>
    <dgm:cxn modelId="{DF269E2A-B886-4E2F-9E78-E2CFBF4BB09E}" type="presOf" srcId="{817BED64-B4C3-49CB-B663-510CD9EDA44D}" destId="{F7DDF526-AEFE-4160-BD09-C7A98B316FB8}" srcOrd="0" destOrd="0" presId="urn:microsoft.com/office/officeart/2005/8/layout/vList2"/>
    <dgm:cxn modelId="{C91D673A-9892-42AA-9D00-D13AE50C2593}" srcId="{47681B08-8B99-4E07-AD73-0C18686FCAFA}" destId="{1A477040-6595-49E8-8509-AE51C6CD5DC6}" srcOrd="0" destOrd="0" parTransId="{71FC6541-0E12-450F-9B57-20AEAAA9CF5C}" sibTransId="{87A66F03-4698-45FD-B16D-E2129A29CA09}"/>
    <dgm:cxn modelId="{05E8FC3F-78EB-474C-BFF4-4FCF15784093}" type="presOf" srcId="{1F892A05-D99E-4FF7-8456-1724A15E55F3}" destId="{E6016012-C258-4E48-8FC2-7C3FB21965FC}" srcOrd="0" destOrd="0" presId="urn:microsoft.com/office/officeart/2005/8/layout/vList2"/>
    <dgm:cxn modelId="{23758E78-10D3-4A96-BF40-271BD9ADF36D}" srcId="{9642E911-8702-47EB-AA8F-CDF835D52052}" destId="{F18565C7-B8BE-4727-B1B3-EA517376E777}" srcOrd="0" destOrd="0" parTransId="{63F05366-D313-4279-BA35-74C1A8344C7F}" sibTransId="{D37CC0EC-28E5-45D2-B267-E66239985E1A}"/>
    <dgm:cxn modelId="{3A873486-8487-4B97-AEA9-E85D30C3EF45}" type="presOf" srcId="{9642E911-8702-47EB-AA8F-CDF835D52052}" destId="{2A81736E-5019-4ACD-8783-2BB4D6C27808}" srcOrd="0" destOrd="0" presId="urn:microsoft.com/office/officeart/2005/8/layout/vList2"/>
    <dgm:cxn modelId="{6A00D289-5E1C-4E0E-BFD2-9627D561F393}" srcId="{1A477040-6595-49E8-8509-AE51C6CD5DC6}" destId="{F7E76286-866C-4219-9E4B-B6F8F90C8DFC}" srcOrd="0" destOrd="0" parTransId="{0C10C19C-7430-4518-8371-E30F95E15A9C}" sibTransId="{683FAC80-BF66-4E3A-A27B-2D29050A70BE}"/>
    <dgm:cxn modelId="{1D42B39C-FDB8-41D5-8D7D-85DDFD2A347F}" srcId="{817BED64-B4C3-49CB-B663-510CD9EDA44D}" destId="{1F892A05-D99E-4FF7-8456-1724A15E55F3}" srcOrd="0" destOrd="0" parTransId="{F185CC21-F354-481B-AEE1-5F259685890A}" sibTransId="{59A8394A-8CCF-4550-9216-D11B7704891B}"/>
    <dgm:cxn modelId="{252735B7-4732-4E23-A0D4-B3328A719D00}" type="presOf" srcId="{F7E76286-866C-4219-9E4B-B6F8F90C8DFC}" destId="{77F5F1B4-638F-49E0-B744-9079DB51454D}" srcOrd="0" destOrd="0" presId="urn:microsoft.com/office/officeart/2005/8/layout/vList2"/>
    <dgm:cxn modelId="{414400C6-941F-4E1F-847E-89D7F9B2ED78}" srcId="{47681B08-8B99-4E07-AD73-0C18686FCAFA}" destId="{9642E911-8702-47EB-AA8F-CDF835D52052}" srcOrd="1" destOrd="0" parTransId="{839B162A-13F2-4F18-8F23-88FD4039F315}" sibTransId="{929709B1-F2A4-41B2-ACFA-E63BE304B326}"/>
    <dgm:cxn modelId="{21CECFE1-1710-4991-B2B2-BAF0EFEF9088}" type="presOf" srcId="{1A477040-6595-49E8-8509-AE51C6CD5DC6}" destId="{DA3DFD4C-EFE1-43A1-A972-5ACD64339104}" srcOrd="0" destOrd="0" presId="urn:microsoft.com/office/officeart/2005/8/layout/vList2"/>
    <dgm:cxn modelId="{FD6CE0F9-2FD5-46DF-850F-4E1A483DF24D}" type="presOf" srcId="{F18565C7-B8BE-4727-B1B3-EA517376E777}" destId="{C749AB8D-E833-4058-A0BD-C05960201C3D}" srcOrd="0" destOrd="0" presId="urn:microsoft.com/office/officeart/2005/8/layout/vList2"/>
    <dgm:cxn modelId="{7872F214-8689-4B98-AAFB-0774C3226B0E}" type="presParOf" srcId="{C56B5C76-AD32-41D5-A02D-7262DF65CAA1}" destId="{DA3DFD4C-EFE1-43A1-A972-5ACD64339104}" srcOrd="0" destOrd="0" presId="urn:microsoft.com/office/officeart/2005/8/layout/vList2"/>
    <dgm:cxn modelId="{5F7F7D24-C884-4F67-A007-8F5733992527}" type="presParOf" srcId="{C56B5C76-AD32-41D5-A02D-7262DF65CAA1}" destId="{77F5F1B4-638F-49E0-B744-9079DB51454D}" srcOrd="1" destOrd="0" presId="urn:microsoft.com/office/officeart/2005/8/layout/vList2"/>
    <dgm:cxn modelId="{3EB47B00-DA16-462A-B6A7-A494AA4DDA3D}" type="presParOf" srcId="{C56B5C76-AD32-41D5-A02D-7262DF65CAA1}" destId="{2A81736E-5019-4ACD-8783-2BB4D6C27808}" srcOrd="2" destOrd="0" presId="urn:microsoft.com/office/officeart/2005/8/layout/vList2"/>
    <dgm:cxn modelId="{E1D76D6C-5052-4B1C-9BFC-4B208D5C5FC3}" type="presParOf" srcId="{C56B5C76-AD32-41D5-A02D-7262DF65CAA1}" destId="{C749AB8D-E833-4058-A0BD-C05960201C3D}" srcOrd="3" destOrd="0" presId="urn:microsoft.com/office/officeart/2005/8/layout/vList2"/>
    <dgm:cxn modelId="{542378E5-C9A1-4130-B02E-934D74DFD60D}" type="presParOf" srcId="{C56B5C76-AD32-41D5-A02D-7262DF65CAA1}" destId="{F7DDF526-AEFE-4160-BD09-C7A98B316FB8}" srcOrd="4" destOrd="0" presId="urn:microsoft.com/office/officeart/2005/8/layout/vList2"/>
    <dgm:cxn modelId="{195F5988-F6E2-4C28-854F-95B2E866A823}" type="presParOf" srcId="{C56B5C76-AD32-41D5-A02D-7262DF65CAA1}" destId="{E6016012-C258-4E48-8FC2-7C3FB21965F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8B62E7-6F91-4A46-94FB-BBEEC70B107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CFD3D8-5572-473D-8DBC-CDEC1162D819}">
      <dgm:prSet/>
      <dgm:spPr/>
      <dgm:t>
        <a:bodyPr/>
        <a:lstStyle/>
        <a:p>
          <a:pPr>
            <a:defRPr b="1"/>
          </a:pPr>
          <a:r>
            <a:rPr lang="en-US">
              <a:hlinkClick xmlns:r="http://schemas.openxmlformats.org/officeDocument/2006/relationships" r:id="rId1"/>
            </a:rPr>
            <a:t>Paper</a:t>
          </a:r>
          <a:endParaRPr lang="en-US"/>
        </a:p>
      </dgm:t>
    </dgm:pt>
    <dgm:pt modelId="{BADD1C2C-646A-4B32-82D6-83E35AA7A99F}" type="parTrans" cxnId="{BF2331A1-F81C-42E7-B944-7F29C37F691B}">
      <dgm:prSet/>
      <dgm:spPr/>
      <dgm:t>
        <a:bodyPr/>
        <a:lstStyle/>
        <a:p>
          <a:endParaRPr lang="en-US"/>
        </a:p>
      </dgm:t>
    </dgm:pt>
    <dgm:pt modelId="{07A628CA-ECCE-44AB-948A-1CB21D7A2FC5}" type="sibTrans" cxnId="{BF2331A1-F81C-42E7-B944-7F29C37F691B}">
      <dgm:prSet/>
      <dgm:spPr/>
      <dgm:t>
        <a:bodyPr/>
        <a:lstStyle/>
        <a:p>
          <a:endParaRPr lang="en-US"/>
        </a:p>
      </dgm:t>
    </dgm:pt>
    <dgm:pt modelId="{CFF844F6-6835-47ED-88DB-F53BD226E1CD}">
      <dgm:prSet/>
      <dgm:spPr/>
      <dgm:t>
        <a:bodyPr/>
        <a:lstStyle/>
        <a:p>
          <a:pPr>
            <a:defRPr b="1"/>
          </a:pPr>
          <a:r>
            <a:rPr lang="en-US">
              <a:hlinkClick xmlns:r="http://schemas.openxmlformats.org/officeDocument/2006/relationships" r:id="rId2"/>
            </a:rPr>
            <a:t>Colab Notebook</a:t>
          </a:r>
          <a:endParaRPr lang="en-US"/>
        </a:p>
      </dgm:t>
    </dgm:pt>
    <dgm:pt modelId="{FD77AE4D-8BE1-4442-AAB4-A34ED8DEA409}" type="parTrans" cxnId="{A7849003-16F7-4018-87C0-030EBB63077B}">
      <dgm:prSet/>
      <dgm:spPr/>
      <dgm:t>
        <a:bodyPr/>
        <a:lstStyle/>
        <a:p>
          <a:endParaRPr lang="en-US"/>
        </a:p>
      </dgm:t>
    </dgm:pt>
    <dgm:pt modelId="{8A01A3E9-CF25-44D6-8784-3A9CE54666AF}" type="sibTrans" cxnId="{A7849003-16F7-4018-87C0-030EBB63077B}">
      <dgm:prSet/>
      <dgm:spPr/>
      <dgm:t>
        <a:bodyPr/>
        <a:lstStyle/>
        <a:p>
          <a:endParaRPr lang="en-US"/>
        </a:p>
      </dgm:t>
    </dgm:pt>
    <dgm:pt modelId="{BB80C75E-6683-4C35-9D19-D7F765027ADF}">
      <dgm:prSet/>
      <dgm:spPr/>
      <dgm:t>
        <a:bodyPr/>
        <a:lstStyle/>
        <a:p>
          <a:pPr>
            <a:defRPr b="1"/>
          </a:pPr>
          <a:r>
            <a:rPr lang="en-US">
              <a:hlinkClick xmlns:r="http://schemas.openxmlformats.org/officeDocument/2006/relationships" r:id="rId3"/>
            </a:rPr>
            <a:t>Drive</a:t>
          </a:r>
          <a:endParaRPr lang="en-US"/>
        </a:p>
      </dgm:t>
    </dgm:pt>
    <dgm:pt modelId="{431B0923-EBD1-4B1E-96EB-F05005384DDF}" type="parTrans" cxnId="{9FA07638-709C-4054-B66E-4469DBE43C1A}">
      <dgm:prSet/>
      <dgm:spPr/>
      <dgm:t>
        <a:bodyPr/>
        <a:lstStyle/>
        <a:p>
          <a:endParaRPr lang="en-US"/>
        </a:p>
      </dgm:t>
    </dgm:pt>
    <dgm:pt modelId="{FA408B2E-95A6-47A5-96E9-70098B4AC8B3}" type="sibTrans" cxnId="{9FA07638-709C-4054-B66E-4469DBE43C1A}">
      <dgm:prSet/>
      <dgm:spPr/>
      <dgm:t>
        <a:bodyPr/>
        <a:lstStyle/>
        <a:p>
          <a:endParaRPr lang="en-US"/>
        </a:p>
      </dgm:t>
    </dgm:pt>
    <dgm:pt modelId="{C7BAA2E0-E8DC-400D-8CCD-140747367A88}">
      <dgm:prSet/>
      <dgm:spPr/>
      <dgm:t>
        <a:bodyPr/>
        <a:lstStyle/>
        <a:p>
          <a:r>
            <a:rPr lang="en-US"/>
            <a:t>MIR-1K Dataset</a:t>
          </a:r>
        </a:p>
      </dgm:t>
    </dgm:pt>
    <dgm:pt modelId="{943A4086-0690-49B1-86D5-FB7CA8EE27D6}" type="parTrans" cxnId="{333EFD1D-1745-48A1-865B-2A22A9ACBFC1}">
      <dgm:prSet/>
      <dgm:spPr/>
      <dgm:t>
        <a:bodyPr/>
        <a:lstStyle/>
        <a:p>
          <a:endParaRPr lang="en-US"/>
        </a:p>
      </dgm:t>
    </dgm:pt>
    <dgm:pt modelId="{39AAEE92-28B7-40E9-B1C4-91DF8A1181FF}" type="sibTrans" cxnId="{333EFD1D-1745-48A1-865B-2A22A9ACBFC1}">
      <dgm:prSet/>
      <dgm:spPr/>
      <dgm:t>
        <a:bodyPr/>
        <a:lstStyle/>
        <a:p>
          <a:endParaRPr lang="en-US"/>
        </a:p>
      </dgm:t>
    </dgm:pt>
    <dgm:pt modelId="{24222D51-6135-4C2B-8230-45E2F50DDACA}">
      <dgm:prSet/>
      <dgm:spPr/>
      <dgm:t>
        <a:bodyPr/>
        <a:lstStyle/>
        <a:p>
          <a:r>
            <a:rPr lang="en-US"/>
            <a:t>Source code</a:t>
          </a:r>
        </a:p>
        <a:p>
          <a:r>
            <a:rPr lang="en-US"/>
            <a:t>Saved Models</a:t>
          </a:r>
        </a:p>
      </dgm:t>
    </dgm:pt>
    <dgm:pt modelId="{1E52CB7C-739A-4667-AEE9-2EE5B7DF635F}" type="parTrans" cxnId="{224C2A0E-40C7-4125-8716-F2063C54AF81}">
      <dgm:prSet/>
      <dgm:spPr/>
      <dgm:t>
        <a:bodyPr/>
        <a:lstStyle/>
        <a:p>
          <a:endParaRPr lang="en-US"/>
        </a:p>
      </dgm:t>
    </dgm:pt>
    <dgm:pt modelId="{B5F0B8F9-7CA9-47E0-958C-44EB84C462EA}" type="sibTrans" cxnId="{224C2A0E-40C7-4125-8716-F2063C54AF81}">
      <dgm:prSet/>
      <dgm:spPr/>
      <dgm:t>
        <a:bodyPr/>
        <a:lstStyle/>
        <a:p>
          <a:endParaRPr lang="en-US"/>
        </a:p>
      </dgm:t>
    </dgm:pt>
    <dgm:pt modelId="{0FBC9AB8-9602-4D17-ABF9-DD25CF648C24}">
      <dgm:prSet/>
      <dgm:spPr/>
      <dgm:t>
        <a:bodyPr/>
        <a:lstStyle/>
        <a:p>
          <a:r>
            <a:rPr lang="en-US"/>
            <a:t>Separated source audios</a:t>
          </a:r>
        </a:p>
      </dgm:t>
    </dgm:pt>
    <dgm:pt modelId="{A444D5F9-5185-4C37-BC62-10309FD3373B}" type="parTrans" cxnId="{3DAC6E6E-38B4-41AF-8DAE-06ECCB4A3382}">
      <dgm:prSet/>
      <dgm:spPr/>
      <dgm:t>
        <a:bodyPr/>
        <a:lstStyle/>
        <a:p>
          <a:endParaRPr lang="en-US"/>
        </a:p>
      </dgm:t>
    </dgm:pt>
    <dgm:pt modelId="{097911DE-2FE2-4A66-9A05-24A796487C49}" type="sibTrans" cxnId="{3DAC6E6E-38B4-41AF-8DAE-06ECCB4A3382}">
      <dgm:prSet/>
      <dgm:spPr/>
      <dgm:t>
        <a:bodyPr/>
        <a:lstStyle/>
        <a:p>
          <a:endParaRPr lang="en-US"/>
        </a:p>
      </dgm:t>
    </dgm:pt>
    <dgm:pt modelId="{6D9F2A24-9AE5-4AF5-AAB0-1DCF179AE24D}" type="pres">
      <dgm:prSet presAssocID="{1E8B62E7-6F91-4A46-94FB-BBEEC70B1073}" presName="root" presStyleCnt="0">
        <dgm:presLayoutVars>
          <dgm:dir/>
          <dgm:resizeHandles val="exact"/>
        </dgm:presLayoutVars>
      </dgm:prSet>
      <dgm:spPr/>
    </dgm:pt>
    <dgm:pt modelId="{498B92A0-2998-4F4F-ACC3-F160B320081A}" type="pres">
      <dgm:prSet presAssocID="{E9CFD3D8-5572-473D-8DBC-CDEC1162D819}" presName="compNode" presStyleCnt="0"/>
      <dgm:spPr/>
    </dgm:pt>
    <dgm:pt modelId="{6CB49E7B-402C-482C-9C35-4CA784E78970}" type="pres">
      <dgm:prSet presAssocID="{E9CFD3D8-5572-473D-8DBC-CDEC1162D819}" presName="iconRect" presStyleLbl="node1" presStyleIdx="0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14BBD337-76A0-4E75-8EF3-D0FCBE4F51F1}" type="pres">
      <dgm:prSet presAssocID="{E9CFD3D8-5572-473D-8DBC-CDEC1162D819}" presName="iconSpace" presStyleCnt="0"/>
      <dgm:spPr/>
    </dgm:pt>
    <dgm:pt modelId="{54EEE4EB-35FA-42B5-96CF-04CD8B607953}" type="pres">
      <dgm:prSet presAssocID="{E9CFD3D8-5572-473D-8DBC-CDEC1162D819}" presName="parTx" presStyleLbl="revTx" presStyleIdx="0" presStyleCnt="6">
        <dgm:presLayoutVars>
          <dgm:chMax val="0"/>
          <dgm:chPref val="0"/>
        </dgm:presLayoutVars>
      </dgm:prSet>
      <dgm:spPr/>
    </dgm:pt>
    <dgm:pt modelId="{4A2E4123-FD22-4E97-9E7B-C8242396C4AF}" type="pres">
      <dgm:prSet presAssocID="{E9CFD3D8-5572-473D-8DBC-CDEC1162D819}" presName="txSpace" presStyleCnt="0"/>
      <dgm:spPr/>
    </dgm:pt>
    <dgm:pt modelId="{A7BA5D19-61AA-44DC-9337-DB81330B016E}" type="pres">
      <dgm:prSet presAssocID="{E9CFD3D8-5572-473D-8DBC-CDEC1162D819}" presName="desTx" presStyleLbl="revTx" presStyleIdx="1" presStyleCnt="6">
        <dgm:presLayoutVars/>
      </dgm:prSet>
      <dgm:spPr/>
    </dgm:pt>
    <dgm:pt modelId="{0AB0C893-BF14-4967-8697-917BE41A6522}" type="pres">
      <dgm:prSet presAssocID="{07A628CA-ECCE-44AB-948A-1CB21D7A2FC5}" presName="sibTrans" presStyleCnt="0"/>
      <dgm:spPr/>
    </dgm:pt>
    <dgm:pt modelId="{17F2E59C-CA23-4B45-974C-FE40C40CDF50}" type="pres">
      <dgm:prSet presAssocID="{CFF844F6-6835-47ED-88DB-F53BD226E1CD}" presName="compNode" presStyleCnt="0"/>
      <dgm:spPr/>
    </dgm:pt>
    <dgm:pt modelId="{A02B593F-49FD-4DBA-824C-97F52E5A1024}" type="pres">
      <dgm:prSet presAssocID="{CFF844F6-6835-47ED-88DB-F53BD226E1CD}" presName="iconRect" presStyleLbl="node1" presStyleIdx="1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CE34276C-E3D5-4A02-B51C-949581849F2B}" type="pres">
      <dgm:prSet presAssocID="{CFF844F6-6835-47ED-88DB-F53BD226E1CD}" presName="iconSpace" presStyleCnt="0"/>
      <dgm:spPr/>
    </dgm:pt>
    <dgm:pt modelId="{120EAC63-8D5D-42D7-B9CD-6B3EB79DAFE8}" type="pres">
      <dgm:prSet presAssocID="{CFF844F6-6835-47ED-88DB-F53BD226E1CD}" presName="parTx" presStyleLbl="revTx" presStyleIdx="2" presStyleCnt="6">
        <dgm:presLayoutVars>
          <dgm:chMax val="0"/>
          <dgm:chPref val="0"/>
        </dgm:presLayoutVars>
      </dgm:prSet>
      <dgm:spPr/>
    </dgm:pt>
    <dgm:pt modelId="{4CA26BC4-04E0-4109-B1BB-AF926298B975}" type="pres">
      <dgm:prSet presAssocID="{CFF844F6-6835-47ED-88DB-F53BD226E1CD}" presName="txSpace" presStyleCnt="0"/>
      <dgm:spPr/>
    </dgm:pt>
    <dgm:pt modelId="{10DF81FC-F3CB-4D1F-80D8-B0ADDE243AC4}" type="pres">
      <dgm:prSet presAssocID="{CFF844F6-6835-47ED-88DB-F53BD226E1CD}" presName="desTx" presStyleLbl="revTx" presStyleIdx="3" presStyleCnt="6">
        <dgm:presLayoutVars/>
      </dgm:prSet>
      <dgm:spPr/>
    </dgm:pt>
    <dgm:pt modelId="{0C8A3576-A471-45CA-9C05-525B5712B1D3}" type="pres">
      <dgm:prSet presAssocID="{8A01A3E9-CF25-44D6-8784-3A9CE54666AF}" presName="sibTrans" presStyleCnt="0"/>
      <dgm:spPr/>
    </dgm:pt>
    <dgm:pt modelId="{61C7E4A6-00BF-4549-998C-34B74502515A}" type="pres">
      <dgm:prSet presAssocID="{BB80C75E-6683-4C35-9D19-D7F765027ADF}" presName="compNode" presStyleCnt="0"/>
      <dgm:spPr/>
    </dgm:pt>
    <dgm:pt modelId="{DD957349-87D6-4682-9259-94DB94DE49B8}" type="pres">
      <dgm:prSet presAssocID="{BB80C75E-6683-4C35-9D19-D7F765027ADF}" presName="iconRect" presStyleLbl="node1" presStyleIdx="2" presStyleCnt="3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0F89933-E8C0-4E4C-A2FE-A201B52F461B}" type="pres">
      <dgm:prSet presAssocID="{BB80C75E-6683-4C35-9D19-D7F765027ADF}" presName="iconSpace" presStyleCnt="0"/>
      <dgm:spPr/>
    </dgm:pt>
    <dgm:pt modelId="{37F33172-628A-419B-B592-254B14627A21}" type="pres">
      <dgm:prSet presAssocID="{BB80C75E-6683-4C35-9D19-D7F765027ADF}" presName="parTx" presStyleLbl="revTx" presStyleIdx="4" presStyleCnt="6">
        <dgm:presLayoutVars>
          <dgm:chMax val="0"/>
          <dgm:chPref val="0"/>
        </dgm:presLayoutVars>
      </dgm:prSet>
      <dgm:spPr/>
    </dgm:pt>
    <dgm:pt modelId="{900763C9-ABEA-487C-A861-E82D85500372}" type="pres">
      <dgm:prSet presAssocID="{BB80C75E-6683-4C35-9D19-D7F765027ADF}" presName="txSpace" presStyleCnt="0"/>
      <dgm:spPr/>
    </dgm:pt>
    <dgm:pt modelId="{BBB3816A-79D9-4DB8-AFFE-016A65ACC98C}" type="pres">
      <dgm:prSet presAssocID="{BB80C75E-6683-4C35-9D19-D7F765027ADF}" presName="desTx" presStyleLbl="revTx" presStyleIdx="5" presStyleCnt="6">
        <dgm:presLayoutVars/>
      </dgm:prSet>
      <dgm:spPr/>
    </dgm:pt>
  </dgm:ptLst>
  <dgm:cxnLst>
    <dgm:cxn modelId="{A7849003-16F7-4018-87C0-030EBB63077B}" srcId="{1E8B62E7-6F91-4A46-94FB-BBEEC70B1073}" destId="{CFF844F6-6835-47ED-88DB-F53BD226E1CD}" srcOrd="1" destOrd="0" parTransId="{FD77AE4D-8BE1-4442-AAB4-A34ED8DEA409}" sibTransId="{8A01A3E9-CF25-44D6-8784-3A9CE54666AF}"/>
    <dgm:cxn modelId="{224C2A0E-40C7-4125-8716-F2063C54AF81}" srcId="{BB80C75E-6683-4C35-9D19-D7F765027ADF}" destId="{24222D51-6135-4C2B-8230-45E2F50DDACA}" srcOrd="1" destOrd="0" parTransId="{1E52CB7C-739A-4667-AEE9-2EE5B7DF635F}" sibTransId="{B5F0B8F9-7CA9-47E0-958C-44EB84C462EA}"/>
    <dgm:cxn modelId="{333EFD1D-1745-48A1-865B-2A22A9ACBFC1}" srcId="{BB80C75E-6683-4C35-9D19-D7F765027ADF}" destId="{C7BAA2E0-E8DC-400D-8CCD-140747367A88}" srcOrd="0" destOrd="0" parTransId="{943A4086-0690-49B1-86D5-FB7CA8EE27D6}" sibTransId="{39AAEE92-28B7-40E9-B1C4-91DF8A1181FF}"/>
    <dgm:cxn modelId="{9FA07638-709C-4054-B66E-4469DBE43C1A}" srcId="{1E8B62E7-6F91-4A46-94FB-BBEEC70B1073}" destId="{BB80C75E-6683-4C35-9D19-D7F765027ADF}" srcOrd="2" destOrd="0" parTransId="{431B0923-EBD1-4B1E-96EB-F05005384DDF}" sibTransId="{FA408B2E-95A6-47A5-96E9-70098B4AC8B3}"/>
    <dgm:cxn modelId="{6C17DF4D-BD62-4A53-8958-E4BC9B9AE070}" type="presOf" srcId="{E9CFD3D8-5572-473D-8DBC-CDEC1162D819}" destId="{54EEE4EB-35FA-42B5-96CF-04CD8B607953}" srcOrd="0" destOrd="0" presId="urn:microsoft.com/office/officeart/2018/5/layout/CenteredIconLabelDescriptionList"/>
    <dgm:cxn modelId="{3DAC6E6E-38B4-41AF-8DAE-06ECCB4A3382}" srcId="{BB80C75E-6683-4C35-9D19-D7F765027ADF}" destId="{0FBC9AB8-9602-4D17-ABF9-DD25CF648C24}" srcOrd="2" destOrd="0" parTransId="{A444D5F9-5185-4C37-BC62-10309FD3373B}" sibTransId="{097911DE-2FE2-4A66-9A05-24A796487C49}"/>
    <dgm:cxn modelId="{BE0CA252-01D8-419A-9498-5DBB7169918C}" type="presOf" srcId="{BB80C75E-6683-4C35-9D19-D7F765027ADF}" destId="{37F33172-628A-419B-B592-254B14627A21}" srcOrd="0" destOrd="0" presId="urn:microsoft.com/office/officeart/2018/5/layout/CenteredIconLabelDescriptionList"/>
    <dgm:cxn modelId="{D72E8699-EF33-473B-AA29-B86177D566C7}" type="presOf" srcId="{0FBC9AB8-9602-4D17-ABF9-DD25CF648C24}" destId="{BBB3816A-79D9-4DB8-AFFE-016A65ACC98C}" srcOrd="0" destOrd="2" presId="urn:microsoft.com/office/officeart/2018/5/layout/CenteredIconLabelDescriptionList"/>
    <dgm:cxn modelId="{BF2331A1-F81C-42E7-B944-7F29C37F691B}" srcId="{1E8B62E7-6F91-4A46-94FB-BBEEC70B1073}" destId="{E9CFD3D8-5572-473D-8DBC-CDEC1162D819}" srcOrd="0" destOrd="0" parTransId="{BADD1C2C-646A-4B32-82D6-83E35AA7A99F}" sibTransId="{07A628CA-ECCE-44AB-948A-1CB21D7A2FC5}"/>
    <dgm:cxn modelId="{BD370CA7-B58D-4181-AA4C-144BE5AD96FD}" type="presOf" srcId="{CFF844F6-6835-47ED-88DB-F53BD226E1CD}" destId="{120EAC63-8D5D-42D7-B9CD-6B3EB79DAFE8}" srcOrd="0" destOrd="0" presId="urn:microsoft.com/office/officeart/2018/5/layout/CenteredIconLabelDescriptionList"/>
    <dgm:cxn modelId="{DC3F8EA7-4D77-4675-BF11-0D20A52F46C7}" type="presOf" srcId="{24222D51-6135-4C2B-8230-45E2F50DDACA}" destId="{BBB3816A-79D9-4DB8-AFFE-016A65ACC98C}" srcOrd="0" destOrd="1" presId="urn:microsoft.com/office/officeart/2018/5/layout/CenteredIconLabelDescriptionList"/>
    <dgm:cxn modelId="{2A5337AA-3A5D-4E17-956B-9DFFE1FE8162}" type="presOf" srcId="{C7BAA2E0-E8DC-400D-8CCD-140747367A88}" destId="{BBB3816A-79D9-4DB8-AFFE-016A65ACC98C}" srcOrd="0" destOrd="0" presId="urn:microsoft.com/office/officeart/2018/5/layout/CenteredIconLabelDescriptionList"/>
    <dgm:cxn modelId="{657BFBF5-DDA6-4BD5-A8B1-33D090AE8223}" type="presOf" srcId="{1E8B62E7-6F91-4A46-94FB-BBEEC70B1073}" destId="{6D9F2A24-9AE5-4AF5-AAB0-1DCF179AE24D}" srcOrd="0" destOrd="0" presId="urn:microsoft.com/office/officeart/2018/5/layout/CenteredIconLabelDescriptionList"/>
    <dgm:cxn modelId="{700B47EA-3F4C-47A6-9FA5-3329924DCAFD}" type="presParOf" srcId="{6D9F2A24-9AE5-4AF5-AAB0-1DCF179AE24D}" destId="{498B92A0-2998-4F4F-ACC3-F160B320081A}" srcOrd="0" destOrd="0" presId="urn:microsoft.com/office/officeart/2018/5/layout/CenteredIconLabelDescriptionList"/>
    <dgm:cxn modelId="{2EC4264B-D952-4998-9B79-79E53C74B1BB}" type="presParOf" srcId="{498B92A0-2998-4F4F-ACC3-F160B320081A}" destId="{6CB49E7B-402C-482C-9C35-4CA784E78970}" srcOrd="0" destOrd="0" presId="urn:microsoft.com/office/officeart/2018/5/layout/CenteredIconLabelDescriptionList"/>
    <dgm:cxn modelId="{56E1F78D-B13F-4E9E-A7E2-018C864F07F2}" type="presParOf" srcId="{498B92A0-2998-4F4F-ACC3-F160B320081A}" destId="{14BBD337-76A0-4E75-8EF3-D0FCBE4F51F1}" srcOrd="1" destOrd="0" presId="urn:microsoft.com/office/officeart/2018/5/layout/CenteredIconLabelDescriptionList"/>
    <dgm:cxn modelId="{BD32330A-0F61-4444-B2C6-39E3F26F7A96}" type="presParOf" srcId="{498B92A0-2998-4F4F-ACC3-F160B320081A}" destId="{54EEE4EB-35FA-42B5-96CF-04CD8B607953}" srcOrd="2" destOrd="0" presId="urn:microsoft.com/office/officeart/2018/5/layout/CenteredIconLabelDescriptionList"/>
    <dgm:cxn modelId="{17B4E545-3B13-4D16-87C9-C74EB140F7CD}" type="presParOf" srcId="{498B92A0-2998-4F4F-ACC3-F160B320081A}" destId="{4A2E4123-FD22-4E97-9E7B-C8242396C4AF}" srcOrd="3" destOrd="0" presId="urn:microsoft.com/office/officeart/2018/5/layout/CenteredIconLabelDescriptionList"/>
    <dgm:cxn modelId="{8E3E4B17-F9A5-4906-B902-32E171CE123C}" type="presParOf" srcId="{498B92A0-2998-4F4F-ACC3-F160B320081A}" destId="{A7BA5D19-61AA-44DC-9337-DB81330B016E}" srcOrd="4" destOrd="0" presId="urn:microsoft.com/office/officeart/2018/5/layout/CenteredIconLabelDescriptionList"/>
    <dgm:cxn modelId="{BCD850AF-C4C4-4DCF-A421-17AEF7ACAC4E}" type="presParOf" srcId="{6D9F2A24-9AE5-4AF5-AAB0-1DCF179AE24D}" destId="{0AB0C893-BF14-4967-8697-917BE41A6522}" srcOrd="1" destOrd="0" presId="urn:microsoft.com/office/officeart/2018/5/layout/CenteredIconLabelDescriptionList"/>
    <dgm:cxn modelId="{BADEA7A2-E7AE-4610-93BD-BE834F9A55A7}" type="presParOf" srcId="{6D9F2A24-9AE5-4AF5-AAB0-1DCF179AE24D}" destId="{17F2E59C-CA23-4B45-974C-FE40C40CDF50}" srcOrd="2" destOrd="0" presId="urn:microsoft.com/office/officeart/2018/5/layout/CenteredIconLabelDescriptionList"/>
    <dgm:cxn modelId="{23129F89-FCFC-4684-ADD5-2BD4ED8C41E9}" type="presParOf" srcId="{17F2E59C-CA23-4B45-974C-FE40C40CDF50}" destId="{A02B593F-49FD-4DBA-824C-97F52E5A1024}" srcOrd="0" destOrd="0" presId="urn:microsoft.com/office/officeart/2018/5/layout/CenteredIconLabelDescriptionList"/>
    <dgm:cxn modelId="{DA4DE475-2AB1-4D0B-9E27-E739E0682525}" type="presParOf" srcId="{17F2E59C-CA23-4B45-974C-FE40C40CDF50}" destId="{CE34276C-E3D5-4A02-B51C-949581849F2B}" srcOrd="1" destOrd="0" presId="urn:microsoft.com/office/officeart/2018/5/layout/CenteredIconLabelDescriptionList"/>
    <dgm:cxn modelId="{D0FDD3B2-B599-4C84-80ED-A9C17843A754}" type="presParOf" srcId="{17F2E59C-CA23-4B45-974C-FE40C40CDF50}" destId="{120EAC63-8D5D-42D7-B9CD-6B3EB79DAFE8}" srcOrd="2" destOrd="0" presId="urn:microsoft.com/office/officeart/2018/5/layout/CenteredIconLabelDescriptionList"/>
    <dgm:cxn modelId="{32491CE8-8E69-46DF-9AF4-08F34FFFC233}" type="presParOf" srcId="{17F2E59C-CA23-4B45-974C-FE40C40CDF50}" destId="{4CA26BC4-04E0-4109-B1BB-AF926298B975}" srcOrd="3" destOrd="0" presId="urn:microsoft.com/office/officeart/2018/5/layout/CenteredIconLabelDescriptionList"/>
    <dgm:cxn modelId="{A66C4FCB-B86F-4E30-A4AE-4B8B5C77124C}" type="presParOf" srcId="{17F2E59C-CA23-4B45-974C-FE40C40CDF50}" destId="{10DF81FC-F3CB-4D1F-80D8-B0ADDE243AC4}" srcOrd="4" destOrd="0" presId="urn:microsoft.com/office/officeart/2018/5/layout/CenteredIconLabelDescriptionList"/>
    <dgm:cxn modelId="{A5DCD8A5-B106-4B44-AE29-D8346B189788}" type="presParOf" srcId="{6D9F2A24-9AE5-4AF5-AAB0-1DCF179AE24D}" destId="{0C8A3576-A471-45CA-9C05-525B5712B1D3}" srcOrd="3" destOrd="0" presId="urn:microsoft.com/office/officeart/2018/5/layout/CenteredIconLabelDescriptionList"/>
    <dgm:cxn modelId="{EE3F955F-8683-4EEC-9862-AEDC04A647E2}" type="presParOf" srcId="{6D9F2A24-9AE5-4AF5-AAB0-1DCF179AE24D}" destId="{61C7E4A6-00BF-4549-998C-34B74502515A}" srcOrd="4" destOrd="0" presId="urn:microsoft.com/office/officeart/2018/5/layout/CenteredIconLabelDescriptionList"/>
    <dgm:cxn modelId="{488C1C43-0AD9-439B-9924-F3705442C697}" type="presParOf" srcId="{61C7E4A6-00BF-4549-998C-34B74502515A}" destId="{DD957349-87D6-4682-9259-94DB94DE49B8}" srcOrd="0" destOrd="0" presId="urn:microsoft.com/office/officeart/2018/5/layout/CenteredIconLabelDescriptionList"/>
    <dgm:cxn modelId="{1C18C4EA-3C5F-4966-B350-948388F1B827}" type="presParOf" srcId="{61C7E4A6-00BF-4549-998C-34B74502515A}" destId="{60F89933-E8C0-4E4C-A2FE-A201B52F461B}" srcOrd="1" destOrd="0" presId="urn:microsoft.com/office/officeart/2018/5/layout/CenteredIconLabelDescriptionList"/>
    <dgm:cxn modelId="{D1473348-E74A-4A38-A871-2E28A7DC9A41}" type="presParOf" srcId="{61C7E4A6-00BF-4549-998C-34B74502515A}" destId="{37F33172-628A-419B-B592-254B14627A21}" srcOrd="2" destOrd="0" presId="urn:microsoft.com/office/officeart/2018/5/layout/CenteredIconLabelDescriptionList"/>
    <dgm:cxn modelId="{A97642A6-1EA1-482C-A33B-688E18A4E7C3}" type="presParOf" srcId="{61C7E4A6-00BF-4549-998C-34B74502515A}" destId="{900763C9-ABEA-487C-A861-E82D85500372}" srcOrd="3" destOrd="0" presId="urn:microsoft.com/office/officeart/2018/5/layout/CenteredIconLabelDescriptionList"/>
    <dgm:cxn modelId="{E1E0391B-42C7-4A93-BF40-B82277085054}" type="presParOf" srcId="{61C7E4A6-00BF-4549-998C-34B74502515A}" destId="{BBB3816A-79D9-4DB8-AFFE-016A65ACC9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CB725-58D4-4976-8F33-86F3AD565984}">
      <dsp:nvSpPr>
        <dsp:cNvPr id="0" name=""/>
        <dsp:cNvSpPr/>
      </dsp:nvSpPr>
      <dsp:spPr>
        <a:xfrm>
          <a:off x="0" y="51169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1,000 Chinese karaoke audio tracks</a:t>
          </a:r>
        </a:p>
      </dsp:txBody>
      <dsp:txXfrm>
        <a:off x="50675" y="101844"/>
        <a:ext cx="6565483" cy="936732"/>
      </dsp:txXfrm>
    </dsp:sp>
    <dsp:sp modelId="{34DC8FAB-3B31-417D-9972-ECAE6333B71C}">
      <dsp:nvSpPr>
        <dsp:cNvPr id="0" name=""/>
        <dsp:cNvSpPr/>
      </dsp:nvSpPr>
      <dsp:spPr>
        <a:xfrm>
          <a:off x="0" y="1164132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Vocals in right channel, accompaniment in left channel</a:t>
          </a:r>
        </a:p>
      </dsp:txBody>
      <dsp:txXfrm>
        <a:off x="50675" y="1214807"/>
        <a:ext cx="6565483" cy="936732"/>
      </dsp:txXfrm>
    </dsp:sp>
    <dsp:sp modelId="{CBBBC6DE-8654-457B-A5DF-91930E74C1FC}">
      <dsp:nvSpPr>
        <dsp:cNvPr id="0" name=""/>
        <dsp:cNvSpPr/>
      </dsp:nvSpPr>
      <dsp:spPr>
        <a:xfrm>
          <a:off x="0" y="2277094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Also contains stuff like:</a:t>
          </a:r>
        </a:p>
      </dsp:txBody>
      <dsp:txXfrm>
        <a:off x="50675" y="2327769"/>
        <a:ext cx="6565483" cy="936732"/>
      </dsp:txXfrm>
    </dsp:sp>
    <dsp:sp modelId="{B340AE04-5C8C-4D52-9DF4-5E59303D9D4A}">
      <dsp:nvSpPr>
        <dsp:cNvPr id="0" name=""/>
        <dsp:cNvSpPr/>
      </dsp:nvSpPr>
      <dsp:spPr>
        <a:xfrm>
          <a:off x="0" y="3315177"/>
          <a:ext cx="6666833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Lyrics in plain speech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Pitch frame Labels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Unvoiced frame labels</a:t>
          </a:r>
        </a:p>
      </dsp:txBody>
      <dsp:txXfrm>
        <a:off x="0" y="3315177"/>
        <a:ext cx="6666833" cy="1049490"/>
      </dsp:txXfrm>
    </dsp:sp>
    <dsp:sp modelId="{624F916C-A052-4DF4-8229-CEDB5B767B32}">
      <dsp:nvSpPr>
        <dsp:cNvPr id="0" name=""/>
        <dsp:cNvSpPr/>
      </dsp:nvSpPr>
      <dsp:spPr>
        <a:xfrm>
          <a:off x="0" y="4364667"/>
          <a:ext cx="6666833" cy="1038082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8:1:1 training splits</a:t>
          </a:r>
        </a:p>
      </dsp:txBody>
      <dsp:txXfrm>
        <a:off x="50675" y="4415342"/>
        <a:ext cx="6565483" cy="936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CA872-995D-4FC5-8ADE-BFF9E4C8A56D}">
      <dsp:nvSpPr>
        <dsp:cNvPr id="0" name=""/>
        <dsp:cNvSpPr/>
      </dsp:nvSpPr>
      <dsp:spPr>
        <a:xfrm>
          <a:off x="0" y="392382"/>
          <a:ext cx="6666833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encoder -&gt; decoder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Skip connection from output of each encoder layer to input of penultimate layer in decoder</a:t>
          </a:r>
        </a:p>
      </dsp:txBody>
      <dsp:txXfrm>
        <a:off x="0" y="392382"/>
        <a:ext cx="6666833" cy="1376550"/>
      </dsp:txXfrm>
    </dsp:sp>
    <dsp:sp modelId="{EB84DB8C-C097-428C-9D66-2467F7907B9E}">
      <dsp:nvSpPr>
        <dsp:cNvPr id="0" name=""/>
        <dsp:cNvSpPr/>
      </dsp:nvSpPr>
      <dsp:spPr>
        <a:xfrm>
          <a:off x="333341" y="111942"/>
          <a:ext cx="4666783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U-net:</a:t>
          </a:r>
        </a:p>
      </dsp:txBody>
      <dsp:txXfrm>
        <a:off x="360721" y="139322"/>
        <a:ext cx="4612023" cy="506120"/>
      </dsp:txXfrm>
    </dsp:sp>
    <dsp:sp modelId="{6BA9FBC6-2108-49D3-B4CE-1318B3C7A9D1}">
      <dsp:nvSpPr>
        <dsp:cNvPr id="0" name=""/>
        <dsp:cNvSpPr/>
      </dsp:nvSpPr>
      <dsp:spPr>
        <a:xfrm>
          <a:off x="0" y="2151972"/>
          <a:ext cx="6666833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Masks non-targeted source</a:t>
          </a:r>
        </a:p>
      </dsp:txBody>
      <dsp:txXfrm>
        <a:off x="0" y="2151972"/>
        <a:ext cx="6666833" cy="807975"/>
      </dsp:txXfrm>
    </dsp:sp>
    <dsp:sp modelId="{3EEC5331-18D7-4539-A574-3543C16F4B30}">
      <dsp:nvSpPr>
        <dsp:cNvPr id="0" name=""/>
        <dsp:cNvSpPr/>
      </dsp:nvSpPr>
      <dsp:spPr>
        <a:xfrm>
          <a:off x="333341" y="1871532"/>
          <a:ext cx="4666783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Learns the noise mask to extract</a:t>
          </a:r>
        </a:p>
      </dsp:txBody>
      <dsp:txXfrm>
        <a:off x="360721" y="1898912"/>
        <a:ext cx="4612023" cy="506120"/>
      </dsp:txXfrm>
    </dsp:sp>
    <dsp:sp modelId="{D0DAFB09-D4B5-4A2D-A790-9BB10C1E572E}">
      <dsp:nvSpPr>
        <dsp:cNvPr id="0" name=""/>
        <dsp:cNvSpPr/>
      </dsp:nvSpPr>
      <dsp:spPr>
        <a:xfrm>
          <a:off x="0" y="3342987"/>
          <a:ext cx="6666833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L/R channels as ground truth</a:t>
          </a:r>
        </a:p>
      </dsp:txBody>
      <dsp:txXfrm>
        <a:off x="0" y="3342987"/>
        <a:ext cx="6666833" cy="807975"/>
      </dsp:txXfrm>
    </dsp:sp>
    <dsp:sp modelId="{BD75734F-D0EB-4412-A413-E0C76A4E5E2B}">
      <dsp:nvSpPr>
        <dsp:cNvPr id="0" name=""/>
        <dsp:cNvSpPr/>
      </dsp:nvSpPr>
      <dsp:spPr>
        <a:xfrm>
          <a:off x="333341" y="3062547"/>
          <a:ext cx="4666783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 Independent CDAEs and training loops</a:t>
          </a:r>
        </a:p>
      </dsp:txBody>
      <dsp:txXfrm>
        <a:off x="360721" y="3089927"/>
        <a:ext cx="4612023" cy="506120"/>
      </dsp:txXfrm>
    </dsp:sp>
    <dsp:sp modelId="{C072711D-FAF8-4EA8-AA27-5C8C1C3A90A4}">
      <dsp:nvSpPr>
        <dsp:cNvPr id="0" name=""/>
        <dsp:cNvSpPr/>
      </dsp:nvSpPr>
      <dsp:spPr>
        <a:xfrm>
          <a:off x="0" y="4534002"/>
          <a:ext cx="6666833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Yields separated source audios</a:t>
          </a:r>
        </a:p>
      </dsp:txBody>
      <dsp:txXfrm>
        <a:off x="0" y="4534002"/>
        <a:ext cx="6666833" cy="807975"/>
      </dsp:txXfrm>
    </dsp:sp>
    <dsp:sp modelId="{72656864-8900-47A1-B5BF-BE796311F16E}">
      <dsp:nvSpPr>
        <dsp:cNvPr id="0" name=""/>
        <dsp:cNvSpPr/>
      </dsp:nvSpPr>
      <dsp:spPr>
        <a:xfrm>
          <a:off x="333341" y="4253562"/>
          <a:ext cx="4666783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Inference</a:t>
          </a:r>
        </a:p>
      </dsp:txBody>
      <dsp:txXfrm>
        <a:off x="360721" y="4280942"/>
        <a:ext cx="4612023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DFD4C-EFE1-43A1-A972-5ACD64339104}">
      <dsp:nvSpPr>
        <dsp:cNvPr id="0" name=""/>
        <dsp:cNvSpPr/>
      </dsp:nvSpPr>
      <dsp:spPr>
        <a:xfrm>
          <a:off x="0" y="137884"/>
          <a:ext cx="6666833" cy="9090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Signal to distortion ration(SDR)</a:t>
          </a:r>
        </a:p>
      </dsp:txBody>
      <dsp:txXfrm>
        <a:off x="44378" y="182262"/>
        <a:ext cx="6578077" cy="820334"/>
      </dsp:txXfrm>
    </dsp:sp>
    <dsp:sp modelId="{77F5F1B4-638F-49E0-B744-9079DB51454D}">
      <dsp:nvSpPr>
        <dsp:cNvPr id="0" name=""/>
        <dsp:cNvSpPr/>
      </dsp:nvSpPr>
      <dsp:spPr>
        <a:xfrm>
          <a:off x="0" y="1046975"/>
          <a:ext cx="6666833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Like SNR, overall audio quality</a:t>
          </a:r>
        </a:p>
      </dsp:txBody>
      <dsp:txXfrm>
        <a:off x="0" y="1046975"/>
        <a:ext cx="6666833" cy="612720"/>
      </dsp:txXfrm>
    </dsp:sp>
    <dsp:sp modelId="{2A81736E-5019-4ACD-8783-2BB4D6C27808}">
      <dsp:nvSpPr>
        <dsp:cNvPr id="0" name=""/>
        <dsp:cNvSpPr/>
      </dsp:nvSpPr>
      <dsp:spPr>
        <a:xfrm>
          <a:off x="0" y="1659695"/>
          <a:ext cx="6666833" cy="90909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Signal to interference ratio(SIR)</a:t>
          </a:r>
        </a:p>
      </dsp:txBody>
      <dsp:txXfrm>
        <a:off x="44378" y="1704073"/>
        <a:ext cx="6578077" cy="820334"/>
      </dsp:txXfrm>
    </dsp:sp>
    <dsp:sp modelId="{C749AB8D-E833-4058-A0BD-C05960201C3D}">
      <dsp:nvSpPr>
        <dsp:cNvPr id="0" name=""/>
        <dsp:cNvSpPr/>
      </dsp:nvSpPr>
      <dsp:spPr>
        <a:xfrm>
          <a:off x="0" y="2568785"/>
          <a:ext cx="6666833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How much of removed source remains</a:t>
          </a:r>
        </a:p>
      </dsp:txBody>
      <dsp:txXfrm>
        <a:off x="0" y="2568785"/>
        <a:ext cx="6666833" cy="919080"/>
      </dsp:txXfrm>
    </dsp:sp>
    <dsp:sp modelId="{F7DDF526-AEFE-4160-BD09-C7A98B316FB8}">
      <dsp:nvSpPr>
        <dsp:cNvPr id="0" name=""/>
        <dsp:cNvSpPr/>
      </dsp:nvSpPr>
      <dsp:spPr>
        <a:xfrm>
          <a:off x="0" y="3487865"/>
          <a:ext cx="6666833" cy="9090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Signal to artifact ratio(SAR)</a:t>
          </a:r>
        </a:p>
      </dsp:txBody>
      <dsp:txXfrm>
        <a:off x="44378" y="3532243"/>
        <a:ext cx="6578077" cy="820334"/>
      </dsp:txXfrm>
    </dsp:sp>
    <dsp:sp modelId="{E6016012-C258-4E48-8FC2-7C3FB21965FC}">
      <dsp:nvSpPr>
        <dsp:cNvPr id="0" name=""/>
        <dsp:cNvSpPr/>
      </dsp:nvSpPr>
      <dsp:spPr>
        <a:xfrm>
          <a:off x="0" y="4396955"/>
          <a:ext cx="6666833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Presence of artifacts not present in original audio</a:t>
          </a:r>
        </a:p>
      </dsp:txBody>
      <dsp:txXfrm>
        <a:off x="0" y="4396955"/>
        <a:ext cx="6666833" cy="9190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49E7B-402C-482C-9C35-4CA784E78970}">
      <dsp:nvSpPr>
        <dsp:cNvPr id="0" name=""/>
        <dsp:cNvSpPr/>
      </dsp:nvSpPr>
      <dsp:spPr>
        <a:xfrm>
          <a:off x="1061437" y="566171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EE4EB-35FA-42B5-96CF-04CD8B607953}">
      <dsp:nvSpPr>
        <dsp:cNvPr id="0" name=""/>
        <dsp:cNvSpPr/>
      </dsp:nvSpPr>
      <dsp:spPr>
        <a:xfrm>
          <a:off x="1582" y="183915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>
              <a:hlinkClick xmlns:r="http://schemas.openxmlformats.org/officeDocument/2006/relationships" r:id="rId3"/>
            </a:rPr>
            <a:t>Paper</a:t>
          </a:r>
          <a:endParaRPr lang="en-US" sz="3500" kern="1200"/>
        </a:p>
      </dsp:txBody>
      <dsp:txXfrm>
        <a:off x="1582" y="1839154"/>
        <a:ext cx="3261093" cy="489164"/>
      </dsp:txXfrm>
    </dsp:sp>
    <dsp:sp modelId="{A7BA5D19-61AA-44DC-9337-DB81330B016E}">
      <dsp:nvSpPr>
        <dsp:cNvPr id="0" name=""/>
        <dsp:cNvSpPr/>
      </dsp:nvSpPr>
      <dsp:spPr>
        <a:xfrm>
          <a:off x="1582" y="2389527"/>
          <a:ext cx="3261093" cy="1237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2B593F-49FD-4DBA-824C-97F52E5A1024}">
      <dsp:nvSpPr>
        <dsp:cNvPr id="0" name=""/>
        <dsp:cNvSpPr/>
      </dsp:nvSpPr>
      <dsp:spPr>
        <a:xfrm>
          <a:off x="4893223" y="566171"/>
          <a:ext cx="1141382" cy="114138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EAC63-8D5D-42D7-B9CD-6B3EB79DAFE8}">
      <dsp:nvSpPr>
        <dsp:cNvPr id="0" name=""/>
        <dsp:cNvSpPr/>
      </dsp:nvSpPr>
      <dsp:spPr>
        <a:xfrm>
          <a:off x="3833367" y="183915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>
              <a:hlinkClick xmlns:r="http://schemas.openxmlformats.org/officeDocument/2006/relationships" r:id="rId6"/>
            </a:rPr>
            <a:t>Colab Notebook</a:t>
          </a:r>
          <a:endParaRPr lang="en-US" sz="3500" kern="1200"/>
        </a:p>
      </dsp:txBody>
      <dsp:txXfrm>
        <a:off x="3833367" y="1839154"/>
        <a:ext cx="3261093" cy="489164"/>
      </dsp:txXfrm>
    </dsp:sp>
    <dsp:sp modelId="{10DF81FC-F3CB-4D1F-80D8-B0ADDE243AC4}">
      <dsp:nvSpPr>
        <dsp:cNvPr id="0" name=""/>
        <dsp:cNvSpPr/>
      </dsp:nvSpPr>
      <dsp:spPr>
        <a:xfrm>
          <a:off x="3833367" y="2389527"/>
          <a:ext cx="3261093" cy="1237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57349-87D6-4682-9259-94DB94DE49B8}">
      <dsp:nvSpPr>
        <dsp:cNvPr id="0" name=""/>
        <dsp:cNvSpPr/>
      </dsp:nvSpPr>
      <dsp:spPr>
        <a:xfrm>
          <a:off x="8725008" y="566171"/>
          <a:ext cx="1141382" cy="11413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33172-628A-419B-B592-254B14627A21}">
      <dsp:nvSpPr>
        <dsp:cNvPr id="0" name=""/>
        <dsp:cNvSpPr/>
      </dsp:nvSpPr>
      <dsp:spPr>
        <a:xfrm>
          <a:off x="7665152" y="183915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>
              <a:hlinkClick xmlns:r="http://schemas.openxmlformats.org/officeDocument/2006/relationships" r:id="rId9"/>
            </a:rPr>
            <a:t>Drive</a:t>
          </a:r>
          <a:endParaRPr lang="en-US" sz="3500" kern="1200"/>
        </a:p>
      </dsp:txBody>
      <dsp:txXfrm>
        <a:off x="7665152" y="1839154"/>
        <a:ext cx="3261093" cy="489164"/>
      </dsp:txXfrm>
    </dsp:sp>
    <dsp:sp modelId="{BBB3816A-79D9-4DB8-AFFE-016A65ACC98C}">
      <dsp:nvSpPr>
        <dsp:cNvPr id="0" name=""/>
        <dsp:cNvSpPr/>
      </dsp:nvSpPr>
      <dsp:spPr>
        <a:xfrm>
          <a:off x="7665152" y="2389527"/>
          <a:ext cx="3261093" cy="1237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MIR-1K Dataset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Source code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Saved Models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Separated source audios</a:t>
          </a:r>
        </a:p>
      </dsp:txBody>
      <dsp:txXfrm>
        <a:off x="7665152" y="2389527"/>
        <a:ext cx="3261093" cy="1237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73811-EF97-4C93-9A36-5935A6053E3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32ABC-1C37-4551-A472-4884EAE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32ABC-1C37-4551-A472-4884EAEE75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69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32ABC-1C37-4551-A472-4884EAEE75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78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is just for comparison so people can see how we did relative to the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32ABC-1C37-4551-A472-4884EAEE75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8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F66D-D00D-1B91-9164-3293FBED4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444A9-50FF-1304-EB50-E26E8E280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02B90-9D35-D0DC-55B8-916F393F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98769-DF57-18A4-BB12-82F487E1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9D3B-35AB-5E3D-D4D8-A3059DC3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8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D221-7DDA-860A-D846-C0159C60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F512-6022-CF35-FD46-31F6C69B4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22EAB-B49D-668D-F504-33A60AA2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D95F8-00F8-6A44-3BD6-914901E3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568E8-EB2A-6447-3FE6-E0DE40B8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2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A877-0523-0896-0F73-D7815B7F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61DD1-1581-80B5-A75E-0E1C94065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7D20A-02D2-D7D9-6E23-D8140313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B4B8D-7F95-B14A-ACFA-8E0ADC42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7CE45-367F-0BEE-015A-35DDA811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8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C400-BCEE-B5C1-F30A-F526E5DB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23AF4-45FC-D62B-82EB-6498B6D56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18245-557A-E4C2-0E78-9087E9C26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AD006-650A-7DE0-82F1-1975F2AD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26ECE-3113-951C-142F-A22B2297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8F117-843D-333B-8DB4-9000B4CB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5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8832-63CB-767B-22A0-493D2019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104FB-FED7-EC3B-DC04-981C8EC45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9792B-C8EC-8FF2-69A2-87B7DFE26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F6363-E641-00F3-551A-1B711F86E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C14B-2650-2AE9-7C84-49EF7396D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AB000-E27E-1EE1-F06B-648DA768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878AF-A748-545C-9654-3F983256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1E88B-2F06-C867-42FC-3DA33A69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4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7EC2-8245-B91E-9A1F-2BA2A0F1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73112-1919-CB5D-0513-3958DFF3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92BEF-93E9-4C1C-9623-155975DE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7BC1F-4F41-BEED-6975-4F5032BF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8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324EB-A009-2C1B-4AAE-31A12BA2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54F9C-BE9C-9378-F30A-04B013D3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FEA15-9D47-15A9-4607-8F5CF98A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9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AED0-8644-D4C2-198E-8B641667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CAFC-73F6-C133-ED7C-CE440A8F1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79C93-4B38-036C-A5B5-F49B1E755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78772-A425-99E8-1D22-8244DFA3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83FA7-8424-EEAA-F37B-55E944B4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74134-2236-5921-84D0-DF8BBEEF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7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793E-142B-1790-4214-C87C9BBF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8D266-7443-E744-A56C-E9F8C9C9E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76872-C2B5-7310-8257-8EC6C782A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6B43E-0920-F2EA-EB5F-4ED00C04B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1E4B8-1E5C-E943-6A48-186FAD3A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980F5-30F5-3E7F-2186-F0D312DA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4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0B3C-9A61-070B-1D4F-AB4CE913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7A61F-1311-F193-8539-A7FA315DB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85830-48B7-EC73-5D52-12E3441D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76A54-16DA-09C7-62A9-528E0A6C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3B1C1-A62E-E192-6F55-C511C000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0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0E64D-901A-5CDD-966B-ED7043111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CC566-FEB0-7D44-6C67-DC97F43F0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B523B-4F88-0B91-FDC1-48766176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DC7EC-3C71-F1E8-2517-B6C3EECE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A1FAA-1AE0-54B3-D428-F8DA0DA1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4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C0AD1-A1AC-73B1-3BBD-64583EC3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63EA7-F289-C160-69D8-097094434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00A8F-C603-B479-BF93-1C93937D4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3D795-DEA3-4859-9AAC-52D3A5FBD04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3302-CE6A-DB26-3E60-50281EEE9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3B93E-F291-BE34-91DB-96C1A6494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16B75-29C5-49F2-934C-5B6F734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9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wav"/><Relationship Id="rId7" Type="http://schemas.openxmlformats.org/officeDocument/2006/relationships/slideLayout" Target="../slideLayouts/slideLayout4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4" Type="http://schemas.openxmlformats.org/officeDocument/2006/relationships/audio" Target="../media/media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03A44-A690-19A2-85B1-BDE28DEB3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Source Separation with Convolutional Denoising Autoencoders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D3D5A-15BB-15B6-A859-16EF5D112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Dan Park &amp; Josh Miao</a:t>
            </a:r>
          </a:p>
        </p:txBody>
      </p:sp>
    </p:spTree>
    <p:extLst>
      <p:ext uri="{BB962C8B-B14F-4D97-AF65-F5344CB8AC3E}">
        <p14:creationId xmlns:p14="http://schemas.microsoft.com/office/powerpoint/2010/main" val="307959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CB6B1-E427-D498-1F1D-4AB9BADA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Source Separation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E75BD-C699-A0AB-F31C-BC265BD4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486047"/>
            <a:ext cx="11139778" cy="33976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BCB1A-AAE5-6B21-B98A-55DFD9A99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en-US" sz="2000"/>
              <a:t>Extract targeted voices(instruments) from mixed sources</a:t>
            </a:r>
          </a:p>
          <a:p>
            <a:r>
              <a:rPr lang="en-US" sz="2000"/>
              <a:t>Spectrogram -&gt; CNN -&gt; encoder -&gt; decoder -&gt; learned masks</a:t>
            </a:r>
          </a:p>
          <a:p>
            <a:r>
              <a:rPr lang="en-US" sz="2000"/>
              <a:t>Skip connections(not in paper)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C665A-F3B5-24C4-92C1-C84FBCE5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MIR-1K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918F05-3263-CE69-6EBD-5371334A4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398377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623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DB874-4117-8480-7759-28973EA0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Convolutional Denoising Autoencoder(CDAE)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830045-91AE-758E-70A7-398B59D09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06840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886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B3CA-9EBC-06CC-7C32-EB3D19819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Separated Audio Samples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CF142-8ABB-A037-0F1C-CCC5941F4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0925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Raw Input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DDBE54-FA4A-F13A-D93B-648D065D0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4542" y="1825625"/>
            <a:ext cx="3309258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Isolated Accompaniment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B9D3C4C-1F6B-9447-A077-7E8C3188FDC5}"/>
              </a:ext>
            </a:extLst>
          </p:cNvPr>
          <p:cNvSpPr txBox="1">
            <a:spLocks/>
          </p:cNvSpPr>
          <p:nvPr/>
        </p:nvSpPr>
        <p:spPr>
          <a:xfrm>
            <a:off x="4441371" y="1825625"/>
            <a:ext cx="33092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/>
              <a:t>Isolated Vocals</a:t>
            </a:r>
          </a:p>
        </p:txBody>
      </p:sp>
      <p:pic>
        <p:nvPicPr>
          <p:cNvPr id="7" name="titon_2_01">
            <a:hlinkClick r:id="" action="ppaction://media"/>
            <a:extLst>
              <a:ext uri="{FF2B5EF4-FFF2-40B4-BE49-F238E27FC236}">
                <a16:creationId xmlns:a16="http://schemas.microsoft.com/office/drawing/2014/main" id="{D6FAFB43-DBDF-6C60-523B-450B49E5B8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99734" y="3429000"/>
            <a:ext cx="609600" cy="609600"/>
          </a:xfrm>
          <a:prstGeom prst="rect">
            <a:avLst/>
          </a:prstGeom>
        </p:spPr>
      </p:pic>
      <p:pic>
        <p:nvPicPr>
          <p:cNvPr id="8" name="titon_2_01_voc">
            <a:hlinkClick r:id="" action="ppaction://media"/>
            <a:extLst>
              <a:ext uri="{FF2B5EF4-FFF2-40B4-BE49-F238E27FC236}">
                <a16:creationId xmlns:a16="http://schemas.microsoft.com/office/drawing/2014/main" id="{5B349349-CDF7-4419-01D0-49FA15E2A9D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91199" y="3391694"/>
            <a:ext cx="609600" cy="609600"/>
          </a:xfrm>
          <a:prstGeom prst="rect">
            <a:avLst/>
          </a:prstGeom>
        </p:spPr>
      </p:pic>
      <p:pic>
        <p:nvPicPr>
          <p:cNvPr id="9" name="titon_2_01_bg">
            <a:hlinkClick r:id="" action="ppaction://media"/>
            <a:extLst>
              <a:ext uri="{FF2B5EF4-FFF2-40B4-BE49-F238E27FC236}">
                <a16:creationId xmlns:a16="http://schemas.microsoft.com/office/drawing/2014/main" id="{0F358CC6-FF95-36BF-E01D-62DF6BC3F8D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699171" y="33916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5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7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72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D11A3-05A8-6AE8-3433-CC3459A4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Performance Metrics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D14274D-76BA-416F-2B0D-102646DDF6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79659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976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DA10-D677-9B01-4163-6E76A487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 &amp; Whisker(Paper)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DA5B7-28AD-D0EE-93A9-315078B50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754"/>
            <a:ext cx="4732890" cy="249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1C092-1134-3F27-1C4E-1EC58AF6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380" y="1261668"/>
            <a:ext cx="4775747" cy="2575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751F3-6A39-8582-BE5D-32FB75BE6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597" y="3992464"/>
            <a:ext cx="4745255" cy="282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06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6ECC-A13A-CB17-37CF-0FDB887B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52D6-7177-CE00-1DD9-B34C0D3E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 &amp; Whisker (Achieved)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6C181-4E28-BA86-60BA-32C1F38E3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21" y="1690688"/>
            <a:ext cx="8085826" cy="471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4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59EA-2C5D-894B-1C1A-A013254C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Achieved Statistics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D2D7F-E56C-D87B-8F24-47A8EBD2FC37}"/>
              </a:ext>
            </a:extLst>
          </p:cNvPr>
          <p:cNvSpPr txBox="1"/>
          <p:nvPr/>
        </p:nvSpPr>
        <p:spPr>
          <a:xfrm>
            <a:off x="431321" y="2035834"/>
            <a:ext cx="109224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Accompaniment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SDR(dB): Min = 3.83, Mean =  8.28dB, Max = 15.01, IQR = 2.15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SIR(dB): Min = 4.87, Mean = 11.27, Max = 19.52, IQR = 3.35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SAR(dB): Min = 8.76, Mean = 11.88, Max = 16.96, IQR = 1.44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586A23-B398-FCF0-D704-FCACBA4A8319}"/>
              </a:ext>
            </a:extLst>
          </p:cNvPr>
          <p:cNvCxnSpPr/>
          <p:nvPr/>
        </p:nvCxnSpPr>
        <p:spPr>
          <a:xfrm>
            <a:off x="242950" y="4178630"/>
            <a:ext cx="3839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FCF46E-CD97-3D33-5908-31B7C6FEABDF}"/>
              </a:ext>
            </a:extLst>
          </p:cNvPr>
          <p:cNvSpPr txBox="1"/>
          <p:nvPr/>
        </p:nvSpPr>
        <p:spPr>
          <a:xfrm>
            <a:off x="431321" y="4474242"/>
            <a:ext cx="109224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Vocal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SDR(dB): Min = 3.31, Mean =  8.61, Max = 14.95, IQR = 2.45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SIR(dB): Min = 4.86, Mean = 12.81, Max = 20.30, IQR = 3.28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SAR(dB): Min = 7.79, Mean = 11.14, Max = 16.60, IQR = 1.78</a:t>
            </a:r>
          </a:p>
        </p:txBody>
      </p:sp>
    </p:spTree>
    <p:extLst>
      <p:ext uri="{BB962C8B-B14F-4D97-AF65-F5344CB8AC3E}">
        <p14:creationId xmlns:p14="http://schemas.microsoft.com/office/powerpoint/2010/main" val="1941712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DA69C9-0FF2-6389-A3B3-5617EBBA3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99"/>
            <a:ext cx="6096000" cy="3218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C74DFE-94B3-BFC2-76F5-A54F5558C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703" y="43051"/>
            <a:ext cx="5967297" cy="31665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844B1C-E427-2806-615B-34A4B7B5C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22716"/>
            <a:ext cx="6096000" cy="3635284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26C3929-C4A7-5EDC-C7EE-A5B17AD3B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98401"/>
            <a:ext cx="6096000" cy="355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BD924A-A750-1944-B9A9-0E81CC6D39C2}"/>
              </a:ext>
            </a:extLst>
          </p:cNvPr>
          <p:cNvSpPr/>
          <p:nvPr/>
        </p:nvSpPr>
        <p:spPr>
          <a:xfrm>
            <a:off x="1007282" y="297868"/>
            <a:ext cx="496692" cy="256136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4608B-65A0-B497-63D8-5FDD54E59C40}"/>
              </a:ext>
            </a:extLst>
          </p:cNvPr>
          <p:cNvSpPr/>
          <p:nvPr/>
        </p:nvSpPr>
        <p:spPr>
          <a:xfrm>
            <a:off x="5394163" y="297867"/>
            <a:ext cx="496692" cy="256136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86200-302E-E206-83A1-81940743AD9B}"/>
              </a:ext>
            </a:extLst>
          </p:cNvPr>
          <p:cNvSpPr/>
          <p:nvPr/>
        </p:nvSpPr>
        <p:spPr>
          <a:xfrm>
            <a:off x="7180773" y="297868"/>
            <a:ext cx="496692" cy="25613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B3A7B-C3A7-F50A-8941-EBE536652DCF}"/>
              </a:ext>
            </a:extLst>
          </p:cNvPr>
          <p:cNvSpPr/>
          <p:nvPr/>
        </p:nvSpPr>
        <p:spPr>
          <a:xfrm>
            <a:off x="11485858" y="297868"/>
            <a:ext cx="496692" cy="25613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B72B3E-07F9-895B-9ABF-18216FE364AA}"/>
              </a:ext>
            </a:extLst>
          </p:cNvPr>
          <p:cNvSpPr/>
          <p:nvPr/>
        </p:nvSpPr>
        <p:spPr>
          <a:xfrm>
            <a:off x="981450" y="3427664"/>
            <a:ext cx="496692" cy="30177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F5944D-5FAA-8FBF-0666-DE64AE721E41}"/>
              </a:ext>
            </a:extLst>
          </p:cNvPr>
          <p:cNvSpPr/>
          <p:nvPr/>
        </p:nvSpPr>
        <p:spPr>
          <a:xfrm>
            <a:off x="5368332" y="3427664"/>
            <a:ext cx="496692" cy="300909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EF5691-8E38-3B0F-ED56-9EF2250E05E8}"/>
              </a:ext>
            </a:extLst>
          </p:cNvPr>
          <p:cNvSpPr/>
          <p:nvPr/>
        </p:nvSpPr>
        <p:spPr>
          <a:xfrm>
            <a:off x="10599010" y="3535291"/>
            <a:ext cx="496692" cy="32286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0E0751-1ED8-95B8-8045-4AE59D25D7A3}"/>
              </a:ext>
            </a:extLst>
          </p:cNvPr>
          <p:cNvSpPr/>
          <p:nvPr/>
        </p:nvSpPr>
        <p:spPr>
          <a:xfrm>
            <a:off x="7576840" y="3535290"/>
            <a:ext cx="496692" cy="32286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592D21-F93E-D3CD-09CA-49CFE66805FA}"/>
              </a:ext>
            </a:extLst>
          </p:cNvPr>
          <p:cNvSpPr/>
          <p:nvPr/>
        </p:nvSpPr>
        <p:spPr>
          <a:xfrm>
            <a:off x="8420636" y="3535290"/>
            <a:ext cx="496692" cy="322864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02033-0C34-A0B3-6464-72F5C1D2A346}"/>
              </a:ext>
            </a:extLst>
          </p:cNvPr>
          <p:cNvSpPr/>
          <p:nvPr/>
        </p:nvSpPr>
        <p:spPr>
          <a:xfrm>
            <a:off x="11438500" y="3535289"/>
            <a:ext cx="496692" cy="322864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FCF0C1-B4E8-31A2-8480-AB04578E9656}"/>
              </a:ext>
            </a:extLst>
          </p:cNvPr>
          <p:cNvSpPr/>
          <p:nvPr/>
        </p:nvSpPr>
        <p:spPr>
          <a:xfrm>
            <a:off x="6685688" y="3535291"/>
            <a:ext cx="496692" cy="322434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00A25-430F-4770-835C-D8614E746572}"/>
              </a:ext>
            </a:extLst>
          </p:cNvPr>
          <p:cNvSpPr/>
          <p:nvPr/>
        </p:nvSpPr>
        <p:spPr>
          <a:xfrm>
            <a:off x="9759518" y="3539595"/>
            <a:ext cx="496692" cy="322434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7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FDFA4-EF8A-3592-2115-728F483E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6498-0F4B-A728-0B5F-2125AF53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Version incompatibilities with </a:t>
            </a:r>
            <a:r>
              <a:rPr lang="en-US" sz="2000" err="1"/>
              <a:t>PyTorch</a:t>
            </a:r>
            <a:endParaRPr lang="en-US" sz="2000"/>
          </a:p>
          <a:p>
            <a:r>
              <a:rPr lang="en-US" sz="2000"/>
              <a:t>Overall pretty smooth </a:t>
            </a:r>
            <a:r>
              <a:rPr lang="en-US" sz="2000" err="1"/>
              <a:t>tbh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59599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A0305-2FE5-B90C-72A0-3DCD8058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A42AB0-7564-D49B-83CF-1586DAC8B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6834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940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Source Separation with Convolutional Denoising Autoencoders</vt:lpstr>
      <vt:lpstr>Source Separation</vt:lpstr>
      <vt:lpstr>MIR-1K</vt:lpstr>
      <vt:lpstr>Convolutional Denoising Autoencoder(CDAE)</vt:lpstr>
      <vt:lpstr>Separated Audio Samples</vt:lpstr>
      <vt:lpstr>Performance Metrics</vt:lpstr>
      <vt:lpstr>Box &amp; Whisker(Paper)</vt:lpstr>
      <vt:lpstr>Box &amp; Whisker (Achieved)</vt:lpstr>
      <vt:lpstr>Achieved Statistics</vt:lpstr>
      <vt:lpstr>PowerPoint Presentation</vt:lpstr>
      <vt:lpstr>Challenges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Miao</dc:creator>
  <cp:revision>1</cp:revision>
  <dcterms:created xsi:type="dcterms:W3CDTF">2025-11-24T14:47:13Z</dcterms:created>
  <dcterms:modified xsi:type="dcterms:W3CDTF">2025-11-24T23:23:11Z</dcterms:modified>
</cp:coreProperties>
</file>