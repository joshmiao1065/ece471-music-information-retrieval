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0" r:id="rId5"/>
    <p:sldId id="269" r:id="rId6"/>
    <p:sldId id="268" r:id="rId7"/>
    <p:sldId id="261" r:id="rId8"/>
    <p:sldId id="264" r:id="rId9"/>
    <p:sldId id="266" r:id="rId10"/>
    <p:sldId id="270" r:id="rId11"/>
    <p:sldId id="265" r:id="rId12"/>
    <p:sldId id="26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3BFCF3-AE47-41DA-8567-49A53E473028}" v="101" dt="2025-12-15T22:01:57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Miao" userId="1a867c1b4baae945" providerId="LiveId" clId="{7FCD0CCA-9320-4F86-BD7E-DCB6565BEAE2}"/>
    <pc:docChg chg="undo custSel addSld delSld modSld sldOrd">
      <pc:chgData name="Josh Miao" userId="1a867c1b4baae945" providerId="LiveId" clId="{7FCD0CCA-9320-4F86-BD7E-DCB6565BEAE2}" dt="2025-12-22T04:21:49.254" v="1940" actId="680"/>
      <pc:docMkLst>
        <pc:docMk/>
      </pc:docMkLst>
      <pc:sldChg chg="addSp modSp mod setBg">
        <pc:chgData name="Josh Miao" userId="1a867c1b4baae945" providerId="LiveId" clId="{7FCD0CCA-9320-4F86-BD7E-DCB6565BEAE2}" dt="2025-12-15T11:30:03.435" v="798" actId="26606"/>
        <pc:sldMkLst>
          <pc:docMk/>
          <pc:sldMk cId="2624300313" sldId="256"/>
        </pc:sldMkLst>
        <pc:spChg chg="mod">
          <ac:chgData name="Josh Miao" userId="1a867c1b4baae945" providerId="LiveId" clId="{7FCD0CCA-9320-4F86-BD7E-DCB6565BEAE2}" dt="2025-12-15T11:30:03.435" v="798" actId="26606"/>
          <ac:spMkLst>
            <pc:docMk/>
            <pc:sldMk cId="2624300313" sldId="256"/>
            <ac:spMk id="2" creationId="{0ACB70E6-A949-BD3C-276C-F3E1550D2D14}"/>
          </ac:spMkLst>
        </pc:spChg>
        <pc:spChg chg="mod">
          <ac:chgData name="Josh Miao" userId="1a867c1b4baae945" providerId="LiveId" clId="{7FCD0CCA-9320-4F86-BD7E-DCB6565BEAE2}" dt="2025-12-15T11:30:03.435" v="798" actId="26606"/>
          <ac:spMkLst>
            <pc:docMk/>
            <pc:sldMk cId="2624300313" sldId="256"/>
            <ac:spMk id="3" creationId="{E980D975-6C87-FCEF-A22F-D30195C3BDFC}"/>
          </ac:spMkLst>
        </pc:spChg>
        <pc:spChg chg="add">
          <ac:chgData name="Josh Miao" userId="1a867c1b4baae945" providerId="LiveId" clId="{7FCD0CCA-9320-4F86-BD7E-DCB6565BEAE2}" dt="2025-12-15T11:30:03.435" v="798" actId="26606"/>
          <ac:spMkLst>
            <pc:docMk/>
            <pc:sldMk cId="2624300313" sldId="256"/>
            <ac:spMk id="8" creationId="{289ED1AA-8684-4D37-B208-8777E1A7780D}"/>
          </ac:spMkLst>
        </pc:spChg>
        <pc:spChg chg="add">
          <ac:chgData name="Josh Miao" userId="1a867c1b4baae945" providerId="LiveId" clId="{7FCD0CCA-9320-4F86-BD7E-DCB6565BEAE2}" dt="2025-12-15T11:30:03.435" v="798" actId="26606"/>
          <ac:spMkLst>
            <pc:docMk/>
            <pc:sldMk cId="2624300313" sldId="256"/>
            <ac:spMk id="10" creationId="{4180E01B-B1F4-437C-807D-1C930718EE64}"/>
          </ac:spMkLst>
        </pc:spChg>
        <pc:spChg chg="add">
          <ac:chgData name="Josh Miao" userId="1a867c1b4baae945" providerId="LiveId" clId="{7FCD0CCA-9320-4F86-BD7E-DCB6565BEAE2}" dt="2025-12-15T11:30:03.435" v="798" actId="26606"/>
          <ac:spMkLst>
            <pc:docMk/>
            <pc:sldMk cId="2624300313" sldId="256"/>
            <ac:spMk id="12" creationId="{41F77738-2AF0-4750-A0C7-F97C2C17590E}"/>
          </ac:spMkLst>
        </pc:spChg>
      </pc:sldChg>
      <pc:sldChg chg="addSp delSp modSp new mod setBg">
        <pc:chgData name="Josh Miao" userId="1a867c1b4baae945" providerId="LiveId" clId="{7FCD0CCA-9320-4F86-BD7E-DCB6565BEAE2}" dt="2025-12-15T12:01:54.772" v="1378" actId="1076"/>
        <pc:sldMkLst>
          <pc:docMk/>
          <pc:sldMk cId="3112106204" sldId="257"/>
        </pc:sldMkLst>
        <pc:spChg chg="mod">
          <ac:chgData name="Josh Miao" userId="1a867c1b4baae945" providerId="LiveId" clId="{7FCD0CCA-9320-4F86-BD7E-DCB6565BEAE2}" dt="2025-12-15T12:01:48.518" v="1374" actId="26606"/>
          <ac:spMkLst>
            <pc:docMk/>
            <pc:sldMk cId="3112106204" sldId="257"/>
            <ac:spMk id="2" creationId="{095C9EC7-4F16-D47A-3A13-0A19E790BBE8}"/>
          </ac:spMkLst>
        </pc:spChg>
        <pc:spChg chg="mod">
          <ac:chgData name="Josh Miao" userId="1a867c1b4baae945" providerId="LiveId" clId="{7FCD0CCA-9320-4F86-BD7E-DCB6565BEAE2}" dt="2025-12-15T12:01:48.518" v="1374" actId="26606"/>
          <ac:spMkLst>
            <pc:docMk/>
            <pc:sldMk cId="3112106204" sldId="257"/>
            <ac:spMk id="3" creationId="{9A8A8B63-679F-0183-47D3-2D1B85772A16}"/>
          </ac:spMkLst>
        </pc:spChg>
        <pc:spChg chg="add">
          <ac:chgData name="Josh Miao" userId="1a867c1b4baae945" providerId="LiveId" clId="{7FCD0CCA-9320-4F86-BD7E-DCB6565BEAE2}" dt="2025-12-15T12:01:48.518" v="1374" actId="26606"/>
          <ac:spMkLst>
            <pc:docMk/>
            <pc:sldMk cId="3112106204" sldId="257"/>
            <ac:spMk id="4122" creationId="{21AC6A30-4F22-4C0F-B278-19C5B8A80C55}"/>
          </ac:spMkLst>
        </pc:spChg>
        <pc:spChg chg="add">
          <ac:chgData name="Josh Miao" userId="1a867c1b4baae945" providerId="LiveId" clId="{7FCD0CCA-9320-4F86-BD7E-DCB6565BEAE2}" dt="2025-12-15T12:01:48.518" v="1374" actId="26606"/>
          <ac:spMkLst>
            <pc:docMk/>
            <pc:sldMk cId="3112106204" sldId="257"/>
            <ac:spMk id="4124" creationId="{BB4335AD-65B1-44E4-90AF-264024FE4BD2}"/>
          </ac:spMkLst>
        </pc:spChg>
        <pc:picChg chg="add mod ord">
          <ac:chgData name="Josh Miao" userId="1a867c1b4baae945" providerId="LiveId" clId="{7FCD0CCA-9320-4F86-BD7E-DCB6565BEAE2}" dt="2025-12-15T12:01:54.772" v="1378" actId="1076"/>
          <ac:picMkLst>
            <pc:docMk/>
            <pc:sldMk cId="3112106204" sldId="257"/>
            <ac:picMk id="4100" creationId="{194E315C-268C-817C-F389-4EFF5752BC0B}"/>
          </ac:picMkLst>
        </pc:picChg>
        <pc:picChg chg="add mod">
          <ac:chgData name="Josh Miao" userId="1a867c1b4baae945" providerId="LiveId" clId="{7FCD0CCA-9320-4F86-BD7E-DCB6565BEAE2}" dt="2025-12-15T12:01:48.518" v="1374" actId="26606"/>
          <ac:picMkLst>
            <pc:docMk/>
            <pc:sldMk cId="3112106204" sldId="257"/>
            <ac:picMk id="4110" creationId="{718ECEC6-5693-437E-127E-6F27A3C10FB6}"/>
          </ac:picMkLst>
        </pc:picChg>
      </pc:sldChg>
      <pc:sldChg chg="addSp delSp modSp new mod ord setBg">
        <pc:chgData name="Josh Miao" userId="1a867c1b4baae945" providerId="LiveId" clId="{7FCD0CCA-9320-4F86-BD7E-DCB6565BEAE2}" dt="2025-12-15T12:12:38.591" v="1751"/>
        <pc:sldMkLst>
          <pc:docMk/>
          <pc:sldMk cId="1091332624" sldId="260"/>
        </pc:sldMkLst>
        <pc:spChg chg="mo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2" creationId="{39A7AFA9-99CE-56C7-BD82-AFE76E62CEFC}"/>
          </ac:spMkLst>
        </pc:spChg>
        <pc:spChg chg="ad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9" creationId="{BACC6370-2D7E-4714-9D71-7542949D7D5D}"/>
          </ac:spMkLst>
        </pc:spChg>
        <pc:spChg chg="ad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11" creationId="{256B2C21-A230-48C0-8DF1-C46611373C44}"/>
          </ac:spMkLst>
        </pc:spChg>
        <pc:spChg chg="ad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13" creationId="{3847E18C-932D-4C95-AABA-FEC7C9499AD7}"/>
          </ac:spMkLst>
        </pc:spChg>
        <pc:spChg chg="ad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15" creationId="{3150CB11-0C61-439E-910F-5787759E72A0}"/>
          </ac:spMkLst>
        </pc:spChg>
        <pc:spChg chg="ad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17" creationId="{43F8A58B-5155-44CE-A5FF-7647B47D0A7A}"/>
          </ac:spMkLst>
        </pc:spChg>
        <pc:spChg chg="add">
          <ac:chgData name="Josh Miao" userId="1a867c1b4baae945" providerId="LiveId" clId="{7FCD0CCA-9320-4F86-BD7E-DCB6565BEAE2}" dt="2025-12-15T12:07:27.450" v="1632" actId="26606"/>
          <ac:spMkLst>
            <pc:docMk/>
            <pc:sldMk cId="1091332624" sldId="260"/>
            <ac:spMk id="19" creationId="{443F2ACA-E6D6-4028-82DD-F03C262D5DE6}"/>
          </ac:spMkLst>
        </pc:spChg>
        <pc:graphicFrameChg chg="add">
          <ac:chgData name="Josh Miao" userId="1a867c1b4baae945" providerId="LiveId" clId="{7FCD0CCA-9320-4F86-BD7E-DCB6565BEAE2}" dt="2025-12-15T12:07:27.450" v="1632" actId="26606"/>
          <ac:graphicFrameMkLst>
            <pc:docMk/>
            <pc:sldMk cId="1091332624" sldId="260"/>
            <ac:graphicFrameMk id="5" creationId="{BF713097-CECB-94B1-7B94-121FAC9648AD}"/>
          </ac:graphicFrameMkLst>
        </pc:graphicFrameChg>
      </pc:sldChg>
      <pc:sldChg chg="addSp delSp modSp new mod setBg">
        <pc:chgData name="Josh Miao" userId="1a867c1b4baae945" providerId="LiveId" clId="{7FCD0CCA-9320-4F86-BD7E-DCB6565BEAE2}" dt="2025-12-15T12:13:53.688" v="1937" actId="26606"/>
        <pc:sldMkLst>
          <pc:docMk/>
          <pc:sldMk cId="135873153" sldId="261"/>
        </pc:sldMkLst>
        <pc:spChg chg="mo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2" creationId="{CCCFA912-54D3-CC68-F628-81B52B3F3033}"/>
          </ac:spMkLst>
        </pc:spChg>
        <pc:spChg chg="ad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9" creationId="{BACC6370-2D7E-4714-9D71-7542949D7D5D}"/>
          </ac:spMkLst>
        </pc:spChg>
        <pc:spChg chg="ad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11" creationId="{256B2C21-A230-48C0-8DF1-C46611373C44}"/>
          </ac:spMkLst>
        </pc:spChg>
        <pc:spChg chg="ad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13" creationId="{3847E18C-932D-4C95-AABA-FEC7C9499AD7}"/>
          </ac:spMkLst>
        </pc:spChg>
        <pc:spChg chg="ad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15" creationId="{3150CB11-0C61-439E-910F-5787759E72A0}"/>
          </ac:spMkLst>
        </pc:spChg>
        <pc:spChg chg="ad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17" creationId="{43F8A58B-5155-44CE-A5FF-7647B47D0A7A}"/>
          </ac:spMkLst>
        </pc:spChg>
        <pc:spChg chg="add">
          <ac:chgData name="Josh Miao" userId="1a867c1b4baae945" providerId="LiveId" clId="{7FCD0CCA-9320-4F86-BD7E-DCB6565BEAE2}" dt="2025-12-15T12:13:53.688" v="1937" actId="26606"/>
          <ac:spMkLst>
            <pc:docMk/>
            <pc:sldMk cId="135873153" sldId="261"/>
            <ac:spMk id="19" creationId="{443F2ACA-E6D6-4028-82DD-F03C262D5DE6}"/>
          </ac:spMkLst>
        </pc:spChg>
        <pc:graphicFrameChg chg="add">
          <ac:chgData name="Josh Miao" userId="1a867c1b4baae945" providerId="LiveId" clId="{7FCD0CCA-9320-4F86-BD7E-DCB6565BEAE2}" dt="2025-12-15T12:13:53.688" v="1937" actId="26606"/>
          <ac:graphicFrameMkLst>
            <pc:docMk/>
            <pc:sldMk cId="135873153" sldId="261"/>
            <ac:graphicFrameMk id="5" creationId="{41C6B3EE-A925-612B-BD80-7458E7624BE4}"/>
          </ac:graphicFrameMkLst>
        </pc:graphicFrameChg>
      </pc:sldChg>
      <pc:sldChg chg="addSp modSp new mod setBg">
        <pc:chgData name="Josh Miao" userId="1a867c1b4baae945" providerId="LiveId" clId="{7FCD0CCA-9320-4F86-BD7E-DCB6565BEAE2}" dt="2025-12-15T11:30:42.649" v="800" actId="26606"/>
        <pc:sldMkLst>
          <pc:docMk/>
          <pc:sldMk cId="4153700432" sldId="263"/>
        </pc:sldMkLst>
        <pc:spChg chg="mod">
          <ac:chgData name="Josh Miao" userId="1a867c1b4baae945" providerId="LiveId" clId="{7FCD0CCA-9320-4F86-BD7E-DCB6565BEAE2}" dt="2025-12-15T11:30:42.649" v="800" actId="26606"/>
          <ac:spMkLst>
            <pc:docMk/>
            <pc:sldMk cId="4153700432" sldId="263"/>
            <ac:spMk id="2" creationId="{5FF77F6A-F0FE-B6F8-664F-5751B18BDCA2}"/>
          </ac:spMkLst>
        </pc:spChg>
        <pc:spChg chg="mod">
          <ac:chgData name="Josh Miao" userId="1a867c1b4baae945" providerId="LiveId" clId="{7FCD0CCA-9320-4F86-BD7E-DCB6565BEAE2}" dt="2025-12-15T11:30:42.649" v="800" actId="26606"/>
          <ac:spMkLst>
            <pc:docMk/>
            <pc:sldMk cId="4153700432" sldId="263"/>
            <ac:spMk id="3" creationId="{D2916CEA-7172-70D7-E7F0-FBC9674964F5}"/>
          </ac:spMkLst>
        </pc:spChg>
        <pc:spChg chg="add">
          <ac:chgData name="Josh Miao" userId="1a867c1b4baae945" providerId="LiveId" clId="{7FCD0CCA-9320-4F86-BD7E-DCB6565BEAE2}" dt="2025-12-15T11:30:42.649" v="800" actId="26606"/>
          <ac:spMkLst>
            <pc:docMk/>
            <pc:sldMk cId="4153700432" sldId="263"/>
            <ac:spMk id="8" creationId="{100EDD19-6802-4EC3-95CE-CFFAB042CFD6}"/>
          </ac:spMkLst>
        </pc:spChg>
        <pc:spChg chg="add">
          <ac:chgData name="Josh Miao" userId="1a867c1b4baae945" providerId="LiveId" clId="{7FCD0CCA-9320-4F86-BD7E-DCB6565BEAE2}" dt="2025-12-15T11:30:42.649" v="800" actId="26606"/>
          <ac:spMkLst>
            <pc:docMk/>
            <pc:sldMk cId="4153700432" sldId="263"/>
            <ac:spMk id="10" creationId="{DB17E863-922E-4C26-BD64-E8FD41D28661}"/>
          </ac:spMkLst>
        </pc:spChg>
      </pc:sldChg>
      <pc:sldChg chg="addSp delSp modSp new mod setBg">
        <pc:chgData name="Josh Miao" userId="1a867c1b4baae945" providerId="LiveId" clId="{7FCD0CCA-9320-4F86-BD7E-DCB6565BEAE2}" dt="2025-12-15T11:32:12.555" v="819" actId="1076"/>
        <pc:sldMkLst>
          <pc:docMk/>
          <pc:sldMk cId="2536919920" sldId="264"/>
        </pc:sldMkLst>
        <pc:spChg chg="mod">
          <ac:chgData name="Josh Miao" userId="1a867c1b4baae945" providerId="LiveId" clId="{7FCD0CCA-9320-4F86-BD7E-DCB6565BEAE2}" dt="2025-12-15T11:32:00.331" v="816" actId="26606"/>
          <ac:spMkLst>
            <pc:docMk/>
            <pc:sldMk cId="2536919920" sldId="264"/>
            <ac:spMk id="2" creationId="{809C45EE-54D4-BCE3-239D-0E4A48197B8E}"/>
          </ac:spMkLst>
        </pc:spChg>
        <pc:spChg chg="add">
          <ac:chgData name="Josh Miao" userId="1a867c1b4baae945" providerId="LiveId" clId="{7FCD0CCA-9320-4F86-BD7E-DCB6565BEAE2}" dt="2025-12-15T11:32:00.331" v="816" actId="26606"/>
          <ac:spMkLst>
            <pc:docMk/>
            <pc:sldMk cId="2536919920" sldId="264"/>
            <ac:spMk id="2055" creationId="{BCED4D40-4B67-4331-AC48-79B82B4A47D8}"/>
          </ac:spMkLst>
        </pc:spChg>
        <pc:spChg chg="add">
          <ac:chgData name="Josh Miao" userId="1a867c1b4baae945" providerId="LiveId" clId="{7FCD0CCA-9320-4F86-BD7E-DCB6565BEAE2}" dt="2025-12-15T11:32:00.331" v="816" actId="26606"/>
          <ac:spMkLst>
            <pc:docMk/>
            <pc:sldMk cId="2536919920" sldId="264"/>
            <ac:spMk id="2057" creationId="{670CEDEF-4F34-412E-84EE-329C1E936AF5}"/>
          </ac:spMkLst>
        </pc:spChg>
        <pc:picChg chg="add mod">
          <ac:chgData name="Josh Miao" userId="1a867c1b4baae945" providerId="LiveId" clId="{7FCD0CCA-9320-4F86-BD7E-DCB6565BEAE2}" dt="2025-12-15T11:32:12.555" v="819" actId="1076"/>
          <ac:picMkLst>
            <pc:docMk/>
            <pc:sldMk cId="2536919920" sldId="264"/>
            <ac:picMk id="2050" creationId="{A40FEAF3-4F56-2D1B-F147-D5D4DA9CBA37}"/>
          </ac:picMkLst>
        </pc:picChg>
      </pc:sldChg>
      <pc:sldChg chg="addSp delSp modSp new mod setBg">
        <pc:chgData name="Josh Miao" userId="1a867c1b4baae945" providerId="LiveId" clId="{7FCD0CCA-9320-4F86-BD7E-DCB6565BEAE2}" dt="2025-12-15T22:01:57.621" v="1939" actId="1076"/>
        <pc:sldMkLst>
          <pc:docMk/>
          <pc:sldMk cId="2894841857" sldId="265"/>
        </pc:sldMkLst>
        <pc:spChg chg="mod">
          <ac:chgData name="Josh Miao" userId="1a867c1b4baae945" providerId="LiveId" clId="{7FCD0CCA-9320-4F86-BD7E-DCB6565BEAE2}" dt="2025-12-15T11:31:32.705" v="812" actId="26606"/>
          <ac:spMkLst>
            <pc:docMk/>
            <pc:sldMk cId="2894841857" sldId="265"/>
            <ac:spMk id="2" creationId="{D625A464-2CF5-1151-BF64-5EFC45280C9E}"/>
          </ac:spMkLst>
        </pc:spChg>
        <pc:spChg chg="add">
          <ac:chgData name="Josh Miao" userId="1a867c1b4baae945" providerId="LiveId" clId="{7FCD0CCA-9320-4F86-BD7E-DCB6565BEAE2}" dt="2025-12-15T11:31:32.705" v="812" actId="26606"/>
          <ac:spMkLst>
            <pc:docMk/>
            <pc:sldMk cId="2894841857" sldId="265"/>
            <ac:spMk id="1028" creationId="{F0DCC097-1DB8-4B6D-85D0-6FBA0E1CA4BA}"/>
          </ac:spMkLst>
        </pc:spChg>
        <pc:spChg chg="add">
          <ac:chgData name="Josh Miao" userId="1a867c1b4baae945" providerId="LiveId" clId="{7FCD0CCA-9320-4F86-BD7E-DCB6565BEAE2}" dt="2025-12-15T11:31:32.705" v="812" actId="26606"/>
          <ac:spMkLst>
            <pc:docMk/>
            <pc:sldMk cId="2894841857" sldId="265"/>
            <ac:spMk id="1029" creationId="{E0B58608-23C8-4441-994D-C6823EEE1DB7}"/>
          </ac:spMkLst>
        </pc:spChg>
        <pc:picChg chg="add mod">
          <ac:chgData name="Josh Miao" userId="1a867c1b4baae945" providerId="LiveId" clId="{7FCD0CCA-9320-4F86-BD7E-DCB6565BEAE2}" dt="2025-12-15T22:01:57.621" v="1939" actId="1076"/>
          <ac:picMkLst>
            <pc:docMk/>
            <pc:sldMk cId="2894841857" sldId="265"/>
            <ac:picMk id="1026" creationId="{3945CB15-AA47-1B65-F89E-1617C730F196}"/>
          </ac:picMkLst>
        </pc:picChg>
      </pc:sldChg>
      <pc:sldChg chg="addSp delSp modSp new mod setBg">
        <pc:chgData name="Josh Miao" userId="1a867c1b4baae945" providerId="LiveId" clId="{7FCD0CCA-9320-4F86-BD7E-DCB6565BEAE2}" dt="2025-12-15T11:44:15.851" v="1001" actId="1035"/>
        <pc:sldMkLst>
          <pc:docMk/>
          <pc:sldMk cId="2906749153" sldId="266"/>
        </pc:sldMkLst>
        <pc:spChg chg="mod">
          <ac:chgData name="Josh Miao" userId="1a867c1b4baae945" providerId="LiveId" clId="{7FCD0CCA-9320-4F86-BD7E-DCB6565BEAE2}" dt="2025-12-15T11:28:05.882" v="786" actId="26606"/>
          <ac:spMkLst>
            <pc:docMk/>
            <pc:sldMk cId="2906749153" sldId="266"/>
            <ac:spMk id="2" creationId="{123304A7-EB49-5D03-4791-25311C3CB95B}"/>
          </ac:spMkLst>
        </pc:spChg>
        <pc:spChg chg="add">
          <ac:chgData name="Josh Miao" userId="1a867c1b4baae945" providerId="LiveId" clId="{7FCD0CCA-9320-4F86-BD7E-DCB6565BEAE2}" dt="2025-12-15T11:28:05.882" v="786" actId="26606"/>
          <ac:spMkLst>
            <pc:docMk/>
            <pc:sldMk cId="2906749153" sldId="266"/>
            <ac:spMk id="3081" creationId="{8761DDFE-071F-4200-B0AA-394476C2D2D6}"/>
          </ac:spMkLst>
        </pc:spChg>
        <pc:graphicFrameChg chg="add mod modGraphic">
          <ac:chgData name="Josh Miao" userId="1a867c1b4baae945" providerId="LiveId" clId="{7FCD0CCA-9320-4F86-BD7E-DCB6565BEAE2}" dt="2025-12-15T11:29:14.058" v="794" actId="14100"/>
          <ac:graphicFrameMkLst>
            <pc:docMk/>
            <pc:sldMk cId="2906749153" sldId="266"/>
            <ac:graphicFrameMk id="7" creationId="{4CA1432F-FE92-422F-F40A-84A2FE60C593}"/>
          </ac:graphicFrameMkLst>
        </pc:graphicFrameChg>
        <pc:picChg chg="add mod">
          <ac:chgData name="Josh Miao" userId="1a867c1b4baae945" providerId="LiveId" clId="{7FCD0CCA-9320-4F86-BD7E-DCB6565BEAE2}" dt="2025-12-15T11:44:15.851" v="1001" actId="1035"/>
          <ac:picMkLst>
            <pc:docMk/>
            <pc:sldMk cId="2906749153" sldId="266"/>
            <ac:picMk id="3076" creationId="{3CA00E93-A731-047B-68E3-C641788DDBD1}"/>
          </ac:picMkLst>
        </pc:picChg>
      </pc:sldChg>
      <pc:sldChg chg="addSp modSp new mod ord">
        <pc:chgData name="Josh Miao" userId="1a867c1b4baae945" providerId="LiveId" clId="{7FCD0CCA-9320-4F86-BD7E-DCB6565BEAE2}" dt="2025-12-15T12:12:22.974" v="1749" actId="1076"/>
        <pc:sldMkLst>
          <pc:docMk/>
          <pc:sldMk cId="2457020166" sldId="267"/>
        </pc:sldMkLst>
        <pc:spChg chg="mod">
          <ac:chgData name="Josh Miao" userId="1a867c1b4baae945" providerId="LiveId" clId="{7FCD0CCA-9320-4F86-BD7E-DCB6565BEAE2}" dt="2025-12-15T12:05:12.798" v="1481" actId="20577"/>
          <ac:spMkLst>
            <pc:docMk/>
            <pc:sldMk cId="2457020166" sldId="267"/>
            <ac:spMk id="2" creationId="{9109E2FD-B404-4906-562E-E18D13ED50CF}"/>
          </ac:spMkLst>
        </pc:spChg>
        <pc:spChg chg="mod">
          <ac:chgData name="Josh Miao" userId="1a867c1b4baae945" providerId="LiveId" clId="{7FCD0CCA-9320-4F86-BD7E-DCB6565BEAE2}" dt="2025-12-15T12:12:12.552" v="1746" actId="20577"/>
          <ac:spMkLst>
            <pc:docMk/>
            <pc:sldMk cId="2457020166" sldId="267"/>
            <ac:spMk id="3" creationId="{A07B6290-216C-ADBF-B5D7-ECC10185FF03}"/>
          </ac:spMkLst>
        </pc:spChg>
        <pc:picChg chg="add mod">
          <ac:chgData name="Josh Miao" userId="1a867c1b4baae945" providerId="LiveId" clId="{7FCD0CCA-9320-4F86-BD7E-DCB6565BEAE2}" dt="2025-12-15T12:12:22.974" v="1749" actId="1076"/>
          <ac:picMkLst>
            <pc:docMk/>
            <pc:sldMk cId="2457020166" sldId="267"/>
            <ac:picMk id="5" creationId="{483E4805-C32F-1A81-11DA-CCE9372B04A2}"/>
          </ac:picMkLst>
        </pc:picChg>
      </pc:sldChg>
      <pc:sldChg chg="addSp delSp modSp new mod setBg">
        <pc:chgData name="Josh Miao" userId="1a867c1b4baae945" providerId="LiveId" clId="{7FCD0CCA-9320-4F86-BD7E-DCB6565BEAE2}" dt="2025-12-15T12:03:36.600" v="1422" actId="1076"/>
        <pc:sldMkLst>
          <pc:docMk/>
          <pc:sldMk cId="804448274" sldId="268"/>
        </pc:sldMkLst>
        <pc:spChg chg="mod">
          <ac:chgData name="Josh Miao" userId="1a867c1b4baae945" providerId="LiveId" clId="{7FCD0CCA-9320-4F86-BD7E-DCB6565BEAE2}" dt="2025-12-15T11:39:18.724" v="957" actId="20577"/>
          <ac:spMkLst>
            <pc:docMk/>
            <pc:sldMk cId="804448274" sldId="268"/>
            <ac:spMk id="2" creationId="{80FD97F9-905F-6D04-7ABC-15401F8E85CE}"/>
          </ac:spMkLst>
        </pc:spChg>
        <pc:spChg chg="add mod">
          <ac:chgData name="Josh Miao" userId="1a867c1b4baae945" providerId="LiveId" clId="{7FCD0CCA-9320-4F86-BD7E-DCB6565BEAE2}" dt="2025-12-15T12:03:17.368" v="1383" actId="207"/>
          <ac:spMkLst>
            <pc:docMk/>
            <pc:sldMk cId="804448274" sldId="268"/>
            <ac:spMk id="9" creationId="{54DE9969-618F-9FC2-AF59-47CBFD809D50}"/>
          </ac:spMkLst>
        </pc:spChg>
        <pc:spChg chg="add">
          <ac:chgData name="Josh Miao" userId="1a867c1b4baae945" providerId="LiveId" clId="{7FCD0CCA-9320-4F86-BD7E-DCB6565BEAE2}" dt="2025-12-15T11:37:16.454" v="838" actId="26606"/>
          <ac:spMkLst>
            <pc:docMk/>
            <pc:sldMk cId="804448274" sldId="268"/>
            <ac:spMk id="12" creationId="{2151139A-886F-4B97-8815-729AD3831BBD}"/>
          </ac:spMkLst>
        </pc:spChg>
        <pc:spChg chg="add">
          <ac:chgData name="Josh Miao" userId="1a867c1b4baae945" providerId="LiveId" clId="{7FCD0CCA-9320-4F86-BD7E-DCB6565BEAE2}" dt="2025-12-15T11:37:16.454" v="838" actId="26606"/>
          <ac:spMkLst>
            <pc:docMk/>
            <pc:sldMk cId="804448274" sldId="268"/>
            <ac:spMk id="14" creationId="{AB5E08C4-8CDD-4623-A5B8-E998C6DEE3B7}"/>
          </ac:spMkLst>
        </pc:spChg>
        <pc:spChg chg="add">
          <ac:chgData name="Josh Miao" userId="1a867c1b4baae945" providerId="LiveId" clId="{7FCD0CCA-9320-4F86-BD7E-DCB6565BEAE2}" dt="2025-12-15T11:37:16.454" v="838" actId="26606"/>
          <ac:spMkLst>
            <pc:docMk/>
            <pc:sldMk cId="804448274" sldId="268"/>
            <ac:spMk id="16" creationId="{15F33878-D502-4FFA-8ACE-F2AECDB2A23F}"/>
          </ac:spMkLst>
        </pc:spChg>
        <pc:spChg chg="add">
          <ac:chgData name="Josh Miao" userId="1a867c1b4baae945" providerId="LiveId" clId="{7FCD0CCA-9320-4F86-BD7E-DCB6565BEAE2}" dt="2025-12-15T11:37:16.454" v="838" actId="26606"/>
          <ac:spMkLst>
            <pc:docMk/>
            <pc:sldMk cId="804448274" sldId="268"/>
            <ac:spMk id="18" creationId="{D3539FEE-81D3-4406-802E-60B20B16F4F6}"/>
          </ac:spMkLst>
        </pc:spChg>
        <pc:spChg chg="add">
          <ac:chgData name="Josh Miao" userId="1a867c1b4baae945" providerId="LiveId" clId="{7FCD0CCA-9320-4F86-BD7E-DCB6565BEAE2}" dt="2025-12-15T11:37:16.454" v="838" actId="26606"/>
          <ac:spMkLst>
            <pc:docMk/>
            <pc:sldMk cId="804448274" sldId="268"/>
            <ac:spMk id="20" creationId="{DC701763-729E-462F-A5A8-E0DEFEB1E2E4}"/>
          </ac:spMkLst>
        </pc:spChg>
        <pc:picChg chg="add mod ord">
          <ac:chgData name="Josh Miao" userId="1a867c1b4baae945" providerId="LiveId" clId="{7FCD0CCA-9320-4F86-BD7E-DCB6565BEAE2}" dt="2025-12-15T11:37:27.409" v="843" actId="1076"/>
          <ac:picMkLst>
            <pc:docMk/>
            <pc:sldMk cId="804448274" sldId="268"/>
            <ac:picMk id="5" creationId="{F6068C0A-E19D-56BF-EDAF-252A26FD5175}"/>
          </ac:picMkLst>
        </pc:picChg>
        <pc:picChg chg="add mod ord">
          <ac:chgData name="Josh Miao" userId="1a867c1b4baae945" providerId="LiveId" clId="{7FCD0CCA-9320-4F86-BD7E-DCB6565BEAE2}" dt="2025-12-15T11:38:11.205" v="906" actId="29295"/>
          <ac:picMkLst>
            <pc:docMk/>
            <pc:sldMk cId="804448274" sldId="268"/>
            <ac:picMk id="7" creationId="{A4F0C103-61C9-9B3E-7A26-7A8290099E15}"/>
          </ac:picMkLst>
        </pc:picChg>
        <pc:picChg chg="add mod">
          <ac:chgData name="Josh Miao" userId="1a867c1b4baae945" providerId="LiveId" clId="{7FCD0CCA-9320-4F86-BD7E-DCB6565BEAE2}" dt="2025-12-15T11:38:19.611" v="908" actId="1076"/>
          <ac:picMkLst>
            <pc:docMk/>
            <pc:sldMk cId="804448274" sldId="268"/>
            <ac:picMk id="8" creationId="{A50878D2-4DCB-CE85-46F0-9917A2E14059}"/>
          </ac:picMkLst>
        </pc:picChg>
        <pc:picChg chg="add mod">
          <ac:chgData name="Josh Miao" userId="1a867c1b4baae945" providerId="LiveId" clId="{7FCD0CCA-9320-4F86-BD7E-DCB6565BEAE2}" dt="2025-12-15T12:03:36.600" v="1422" actId="1076"/>
          <ac:picMkLst>
            <pc:docMk/>
            <pc:sldMk cId="804448274" sldId="268"/>
            <ac:picMk id="11" creationId="{98ECA3AB-0BF1-9A55-EFE7-A481248B4322}"/>
          </ac:picMkLst>
        </pc:picChg>
      </pc:sldChg>
      <pc:sldChg chg="addSp delSp modSp new mod setBg">
        <pc:chgData name="Josh Miao" userId="1a867c1b4baae945" providerId="LiveId" clId="{7FCD0CCA-9320-4F86-BD7E-DCB6565BEAE2}" dt="2025-12-15T11:40:16.037" v="979" actId="1076"/>
        <pc:sldMkLst>
          <pc:docMk/>
          <pc:sldMk cId="2573831243" sldId="269"/>
        </pc:sldMkLst>
        <pc:spChg chg="mod">
          <ac:chgData name="Josh Miao" userId="1a867c1b4baae945" providerId="LiveId" clId="{7FCD0CCA-9320-4F86-BD7E-DCB6565BEAE2}" dt="2025-12-15T11:40:06.772" v="976" actId="26606"/>
          <ac:spMkLst>
            <pc:docMk/>
            <pc:sldMk cId="2573831243" sldId="269"/>
            <ac:spMk id="2" creationId="{01286F27-9D3E-B0C4-6EE1-E50AB926A11E}"/>
          </ac:spMkLst>
        </pc:spChg>
        <pc:spChg chg="add">
          <ac:chgData name="Josh Miao" userId="1a867c1b4baae945" providerId="LiveId" clId="{7FCD0CCA-9320-4F86-BD7E-DCB6565BEAE2}" dt="2025-12-15T11:40:06.772" v="976" actId="26606"/>
          <ac:spMkLst>
            <pc:docMk/>
            <pc:sldMk cId="2573831243" sldId="269"/>
            <ac:spMk id="10" creationId="{A8384FB5-9ADC-4DDC-881B-597D56F5B15D}"/>
          </ac:spMkLst>
        </pc:spChg>
        <pc:spChg chg="add">
          <ac:chgData name="Josh Miao" userId="1a867c1b4baae945" providerId="LiveId" clId="{7FCD0CCA-9320-4F86-BD7E-DCB6565BEAE2}" dt="2025-12-15T11:40:06.772" v="976" actId="26606"/>
          <ac:spMkLst>
            <pc:docMk/>
            <pc:sldMk cId="2573831243" sldId="269"/>
            <ac:spMk id="12" creationId="{91E5A9A7-95C6-4F4F-B00E-C82E07FE62EF}"/>
          </ac:spMkLst>
        </pc:spChg>
        <pc:spChg chg="add">
          <ac:chgData name="Josh Miao" userId="1a867c1b4baae945" providerId="LiveId" clId="{7FCD0CCA-9320-4F86-BD7E-DCB6565BEAE2}" dt="2025-12-15T11:40:06.772" v="976" actId="26606"/>
          <ac:spMkLst>
            <pc:docMk/>
            <pc:sldMk cId="2573831243" sldId="269"/>
            <ac:spMk id="14" creationId="{D07DD2DE-F619-49DD-B5E7-03A290FF4ED1}"/>
          </ac:spMkLst>
        </pc:spChg>
        <pc:spChg chg="add">
          <ac:chgData name="Josh Miao" userId="1a867c1b4baae945" providerId="LiveId" clId="{7FCD0CCA-9320-4F86-BD7E-DCB6565BEAE2}" dt="2025-12-15T11:40:06.772" v="976" actId="26606"/>
          <ac:spMkLst>
            <pc:docMk/>
            <pc:sldMk cId="2573831243" sldId="269"/>
            <ac:spMk id="16" creationId="{85149191-5F60-4A28-AAFF-039F96B0F3EC}"/>
          </ac:spMkLst>
        </pc:spChg>
        <pc:spChg chg="add">
          <ac:chgData name="Josh Miao" userId="1a867c1b4baae945" providerId="LiveId" clId="{7FCD0CCA-9320-4F86-BD7E-DCB6565BEAE2}" dt="2025-12-15T11:40:06.772" v="976" actId="26606"/>
          <ac:spMkLst>
            <pc:docMk/>
            <pc:sldMk cId="2573831243" sldId="269"/>
            <ac:spMk id="18" creationId="{F8260ED5-17F7-4158-B241-D51DD4CF1B7E}"/>
          </ac:spMkLst>
        </pc:spChg>
        <pc:picChg chg="add mod">
          <ac:chgData name="Josh Miao" userId="1a867c1b4baae945" providerId="LiveId" clId="{7FCD0CCA-9320-4F86-BD7E-DCB6565BEAE2}" dt="2025-12-15T11:40:16.037" v="979" actId="1076"/>
          <ac:picMkLst>
            <pc:docMk/>
            <pc:sldMk cId="2573831243" sldId="269"/>
            <ac:picMk id="5" creationId="{0A64C1A6-14C8-397D-3B01-B688FFF8C00B}"/>
          </ac:picMkLst>
        </pc:picChg>
      </pc:sldChg>
      <pc:sldChg chg="addSp delSp modSp new mod setBg">
        <pc:chgData name="Josh Miao" userId="1a867c1b4baae945" providerId="LiveId" clId="{7FCD0CCA-9320-4F86-BD7E-DCB6565BEAE2}" dt="2025-12-15T12:14:05.176" v="1938" actId="26606"/>
        <pc:sldMkLst>
          <pc:docMk/>
          <pc:sldMk cId="3996369973" sldId="270"/>
        </pc:sldMkLst>
        <pc:spChg chg="mo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2" creationId="{C0BC920A-8E79-A7D7-6CBF-59EB57922F3C}"/>
          </ac:spMkLst>
        </pc:spChg>
        <pc:spChg chg="ad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9" creationId="{BACC6370-2D7E-4714-9D71-7542949D7D5D}"/>
          </ac:spMkLst>
        </pc:spChg>
        <pc:spChg chg="ad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11" creationId="{256B2C21-A230-48C0-8DF1-C46611373C44}"/>
          </ac:spMkLst>
        </pc:spChg>
        <pc:spChg chg="ad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13" creationId="{3847E18C-932D-4C95-AABA-FEC7C9499AD7}"/>
          </ac:spMkLst>
        </pc:spChg>
        <pc:spChg chg="ad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15" creationId="{3150CB11-0C61-439E-910F-5787759E72A0}"/>
          </ac:spMkLst>
        </pc:spChg>
        <pc:spChg chg="ad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17" creationId="{43F8A58B-5155-44CE-A5FF-7647B47D0A7A}"/>
          </ac:spMkLst>
        </pc:spChg>
        <pc:spChg chg="add">
          <ac:chgData name="Josh Miao" userId="1a867c1b4baae945" providerId="LiveId" clId="{7FCD0CCA-9320-4F86-BD7E-DCB6565BEAE2}" dt="2025-12-15T12:14:05.176" v="1938" actId="26606"/>
          <ac:spMkLst>
            <pc:docMk/>
            <pc:sldMk cId="3996369973" sldId="270"/>
            <ac:spMk id="19" creationId="{443F2ACA-E6D6-4028-82DD-F03C262D5DE6}"/>
          </ac:spMkLst>
        </pc:spChg>
        <pc:graphicFrameChg chg="add">
          <ac:chgData name="Josh Miao" userId="1a867c1b4baae945" providerId="LiveId" clId="{7FCD0CCA-9320-4F86-BD7E-DCB6565BEAE2}" dt="2025-12-15T12:14:05.176" v="1938" actId="26606"/>
          <ac:graphicFrameMkLst>
            <pc:docMk/>
            <pc:sldMk cId="3996369973" sldId="270"/>
            <ac:graphicFrameMk id="5" creationId="{88938B9A-4BEB-93E0-27F3-1D93C25C29FF}"/>
          </ac:graphicFrameMkLst>
        </pc:graphicFrameChg>
      </pc:sldChg>
      <pc:sldChg chg="new">
        <pc:chgData name="Josh Miao" userId="1a867c1b4baae945" providerId="LiveId" clId="{7FCD0CCA-9320-4F86-BD7E-DCB6565BEAE2}" dt="2025-12-22T04:21:49.254" v="1940" actId="680"/>
        <pc:sldMkLst>
          <pc:docMk/>
          <pc:sldMk cId="3588618293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8D787-CAEB-452C-9882-2541D418AEB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56BE15-8192-493D-9C99-3BD7504D4D9B}">
      <dgm:prSet/>
      <dgm:spPr/>
      <dgm:t>
        <a:bodyPr/>
        <a:lstStyle/>
        <a:p>
          <a:r>
            <a:rPr lang="en-US"/>
            <a:t>Single Quantizer</a:t>
          </a:r>
        </a:p>
      </dgm:t>
    </dgm:pt>
    <dgm:pt modelId="{F8970A3A-D6F8-4137-98F1-8EFB241F322F}" type="parTrans" cxnId="{5D978424-932F-4C3E-A6CE-2584028FA1F8}">
      <dgm:prSet/>
      <dgm:spPr/>
      <dgm:t>
        <a:bodyPr/>
        <a:lstStyle/>
        <a:p>
          <a:endParaRPr lang="en-US"/>
        </a:p>
      </dgm:t>
    </dgm:pt>
    <dgm:pt modelId="{FF514366-A211-4302-BFAA-0E3DE98BC560}" type="sibTrans" cxnId="{5D978424-932F-4C3E-A6CE-2584028FA1F8}">
      <dgm:prSet/>
      <dgm:spPr/>
      <dgm:t>
        <a:bodyPr/>
        <a:lstStyle/>
        <a:p>
          <a:endParaRPr lang="en-US"/>
        </a:p>
      </dgm:t>
    </dgm:pt>
    <dgm:pt modelId="{E7E28132-9584-4516-A094-2EA232B2DA89}">
      <dgm:prSet/>
      <dgm:spPr/>
      <dgm:t>
        <a:bodyPr/>
        <a:lstStyle/>
        <a:p>
          <a:r>
            <a:rPr lang="en-US"/>
            <a:t>Lighter</a:t>
          </a:r>
        </a:p>
      </dgm:t>
    </dgm:pt>
    <dgm:pt modelId="{D960F524-8433-4C37-B949-42D462E57103}" type="parTrans" cxnId="{AC8CB251-918B-4A1B-BCB8-21E8E4D82CAF}">
      <dgm:prSet/>
      <dgm:spPr/>
      <dgm:t>
        <a:bodyPr/>
        <a:lstStyle/>
        <a:p>
          <a:endParaRPr lang="en-US"/>
        </a:p>
      </dgm:t>
    </dgm:pt>
    <dgm:pt modelId="{F119E9C1-8AE4-4031-A3B8-0D623AD9E28D}" type="sibTrans" cxnId="{AC8CB251-918B-4A1B-BCB8-21E8E4D82CAF}">
      <dgm:prSet/>
      <dgm:spPr/>
      <dgm:t>
        <a:bodyPr/>
        <a:lstStyle/>
        <a:p>
          <a:endParaRPr lang="en-US"/>
        </a:p>
      </dgm:t>
    </dgm:pt>
    <dgm:pt modelId="{338559E6-6C6A-499F-BD26-7F53CF6836BA}">
      <dgm:prSet/>
      <dgm:spPr/>
      <dgm:t>
        <a:bodyPr/>
        <a:lstStyle/>
        <a:p>
          <a:r>
            <a:rPr lang="en-US"/>
            <a:t>One mapping guarantees reversability</a:t>
          </a:r>
        </a:p>
      </dgm:t>
    </dgm:pt>
    <dgm:pt modelId="{F2EE7B7A-1C43-459C-B742-3B0FF042EB5B}" type="parTrans" cxnId="{EF5ED81F-AFAF-4CD8-8C34-FD0F74929EE1}">
      <dgm:prSet/>
      <dgm:spPr/>
      <dgm:t>
        <a:bodyPr/>
        <a:lstStyle/>
        <a:p>
          <a:endParaRPr lang="en-US"/>
        </a:p>
      </dgm:t>
    </dgm:pt>
    <dgm:pt modelId="{7407354E-DE3A-497E-B7F2-E6B7BE322373}" type="sibTrans" cxnId="{EF5ED81F-AFAF-4CD8-8C34-FD0F74929EE1}">
      <dgm:prSet/>
      <dgm:spPr/>
      <dgm:t>
        <a:bodyPr/>
        <a:lstStyle/>
        <a:p>
          <a:endParaRPr lang="en-US"/>
        </a:p>
      </dgm:t>
    </dgm:pt>
    <dgm:pt modelId="{4994FB2B-EFB7-4892-A368-BD5B9909BE6A}">
      <dgm:prSet/>
      <dgm:spPr/>
      <dgm:t>
        <a:bodyPr/>
        <a:lstStyle/>
        <a:p>
          <a:r>
            <a:rPr lang="en-US"/>
            <a:t>Transformer</a:t>
          </a:r>
        </a:p>
      </dgm:t>
    </dgm:pt>
    <dgm:pt modelId="{598FB113-6FCE-485F-928C-B8875B44CBB1}" type="parTrans" cxnId="{D689822A-8E07-4454-A1D0-0A761712B346}">
      <dgm:prSet/>
      <dgm:spPr/>
      <dgm:t>
        <a:bodyPr/>
        <a:lstStyle/>
        <a:p>
          <a:endParaRPr lang="en-US"/>
        </a:p>
      </dgm:t>
    </dgm:pt>
    <dgm:pt modelId="{8F02706F-7202-4B8E-B219-39A9CCFF0505}" type="sibTrans" cxnId="{D689822A-8E07-4454-A1D0-0A761712B346}">
      <dgm:prSet/>
      <dgm:spPr/>
      <dgm:t>
        <a:bodyPr/>
        <a:lstStyle/>
        <a:p>
          <a:endParaRPr lang="en-US"/>
        </a:p>
      </dgm:t>
    </dgm:pt>
    <dgm:pt modelId="{EAE6988E-7FE6-4D54-9B78-DB123A5935C7}" type="pres">
      <dgm:prSet presAssocID="{F128D787-CAEB-452C-9882-2541D418AEBB}" presName="linear" presStyleCnt="0">
        <dgm:presLayoutVars>
          <dgm:dir/>
          <dgm:animLvl val="lvl"/>
          <dgm:resizeHandles val="exact"/>
        </dgm:presLayoutVars>
      </dgm:prSet>
      <dgm:spPr/>
    </dgm:pt>
    <dgm:pt modelId="{88BA10DC-72BE-475D-892E-DD2E7FDEB7E1}" type="pres">
      <dgm:prSet presAssocID="{4956BE15-8192-493D-9C99-3BD7504D4D9B}" presName="parentLin" presStyleCnt="0"/>
      <dgm:spPr/>
    </dgm:pt>
    <dgm:pt modelId="{FD19C57B-17C6-4109-A08A-BCC6371A3972}" type="pres">
      <dgm:prSet presAssocID="{4956BE15-8192-493D-9C99-3BD7504D4D9B}" presName="parentLeftMargin" presStyleLbl="node1" presStyleIdx="0" presStyleCnt="2"/>
      <dgm:spPr/>
    </dgm:pt>
    <dgm:pt modelId="{DD35053C-59FB-4E06-A3C4-A45BD987F597}" type="pres">
      <dgm:prSet presAssocID="{4956BE15-8192-493D-9C99-3BD7504D4D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D8E63C0-C752-4FC4-997A-D5D0A58D4468}" type="pres">
      <dgm:prSet presAssocID="{4956BE15-8192-493D-9C99-3BD7504D4D9B}" presName="negativeSpace" presStyleCnt="0"/>
      <dgm:spPr/>
    </dgm:pt>
    <dgm:pt modelId="{85DFEAE1-426F-4441-A28F-6CC8F13A6A5D}" type="pres">
      <dgm:prSet presAssocID="{4956BE15-8192-493D-9C99-3BD7504D4D9B}" presName="childText" presStyleLbl="conFgAcc1" presStyleIdx="0" presStyleCnt="2">
        <dgm:presLayoutVars>
          <dgm:bulletEnabled val="1"/>
        </dgm:presLayoutVars>
      </dgm:prSet>
      <dgm:spPr/>
    </dgm:pt>
    <dgm:pt modelId="{72947EEF-37AF-4ED4-A083-A56CC327EE11}" type="pres">
      <dgm:prSet presAssocID="{FF514366-A211-4302-BFAA-0E3DE98BC560}" presName="spaceBetweenRectangles" presStyleCnt="0"/>
      <dgm:spPr/>
    </dgm:pt>
    <dgm:pt modelId="{E79D21DF-960F-4789-939B-27651D49F87D}" type="pres">
      <dgm:prSet presAssocID="{4994FB2B-EFB7-4892-A368-BD5B9909BE6A}" presName="parentLin" presStyleCnt="0"/>
      <dgm:spPr/>
    </dgm:pt>
    <dgm:pt modelId="{7A5ADD7A-B3CE-4914-AEFC-AAE2761CC152}" type="pres">
      <dgm:prSet presAssocID="{4994FB2B-EFB7-4892-A368-BD5B9909BE6A}" presName="parentLeftMargin" presStyleLbl="node1" presStyleIdx="0" presStyleCnt="2"/>
      <dgm:spPr/>
    </dgm:pt>
    <dgm:pt modelId="{ED629C2B-4F61-40AC-BF6B-F2EB84DED3B0}" type="pres">
      <dgm:prSet presAssocID="{4994FB2B-EFB7-4892-A368-BD5B9909BE6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9E80821-470D-448C-BCED-9D2F471BE7D1}" type="pres">
      <dgm:prSet presAssocID="{4994FB2B-EFB7-4892-A368-BD5B9909BE6A}" presName="negativeSpace" presStyleCnt="0"/>
      <dgm:spPr/>
    </dgm:pt>
    <dgm:pt modelId="{82B48D1C-8E1B-40AF-BA29-55A3E1D08634}" type="pres">
      <dgm:prSet presAssocID="{4994FB2B-EFB7-4892-A368-BD5B9909BE6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3D04602-9C8D-427C-8FE8-9581B0C7ECD3}" type="presOf" srcId="{338559E6-6C6A-499F-BD26-7F53CF6836BA}" destId="{85DFEAE1-426F-4441-A28F-6CC8F13A6A5D}" srcOrd="0" destOrd="1" presId="urn:microsoft.com/office/officeart/2005/8/layout/list1"/>
    <dgm:cxn modelId="{C3B1A703-6331-4E5A-AD2B-B9CDE6E2F077}" type="presOf" srcId="{4994FB2B-EFB7-4892-A368-BD5B9909BE6A}" destId="{7A5ADD7A-B3CE-4914-AEFC-AAE2761CC152}" srcOrd="0" destOrd="0" presId="urn:microsoft.com/office/officeart/2005/8/layout/list1"/>
    <dgm:cxn modelId="{EF5ED81F-AFAF-4CD8-8C34-FD0F74929EE1}" srcId="{4956BE15-8192-493D-9C99-3BD7504D4D9B}" destId="{338559E6-6C6A-499F-BD26-7F53CF6836BA}" srcOrd="1" destOrd="0" parTransId="{F2EE7B7A-1C43-459C-B742-3B0FF042EB5B}" sibTransId="{7407354E-DE3A-497E-B7F2-E6B7BE322373}"/>
    <dgm:cxn modelId="{49E6B721-4B63-4752-99DF-EFE0556F490F}" type="presOf" srcId="{F128D787-CAEB-452C-9882-2541D418AEBB}" destId="{EAE6988E-7FE6-4D54-9B78-DB123A5935C7}" srcOrd="0" destOrd="0" presId="urn:microsoft.com/office/officeart/2005/8/layout/list1"/>
    <dgm:cxn modelId="{5D978424-932F-4C3E-A6CE-2584028FA1F8}" srcId="{F128D787-CAEB-452C-9882-2541D418AEBB}" destId="{4956BE15-8192-493D-9C99-3BD7504D4D9B}" srcOrd="0" destOrd="0" parTransId="{F8970A3A-D6F8-4137-98F1-8EFB241F322F}" sibTransId="{FF514366-A211-4302-BFAA-0E3DE98BC560}"/>
    <dgm:cxn modelId="{D689822A-8E07-4454-A1D0-0A761712B346}" srcId="{F128D787-CAEB-452C-9882-2541D418AEBB}" destId="{4994FB2B-EFB7-4892-A368-BD5B9909BE6A}" srcOrd="1" destOrd="0" parTransId="{598FB113-6FCE-485F-928C-B8875B44CBB1}" sibTransId="{8F02706F-7202-4B8E-B219-39A9CCFF0505}"/>
    <dgm:cxn modelId="{AC8CB251-918B-4A1B-BCB8-21E8E4D82CAF}" srcId="{4956BE15-8192-493D-9C99-3BD7504D4D9B}" destId="{E7E28132-9584-4516-A094-2EA232B2DA89}" srcOrd="0" destOrd="0" parTransId="{D960F524-8433-4C37-B949-42D462E57103}" sibTransId="{F119E9C1-8AE4-4031-A3B8-0D623AD9E28D}"/>
    <dgm:cxn modelId="{B36C1888-4709-4048-B947-9487E8047D2F}" type="presOf" srcId="{E7E28132-9584-4516-A094-2EA232B2DA89}" destId="{85DFEAE1-426F-4441-A28F-6CC8F13A6A5D}" srcOrd="0" destOrd="0" presId="urn:microsoft.com/office/officeart/2005/8/layout/list1"/>
    <dgm:cxn modelId="{E15235D2-4203-4127-ACAB-60C8E4FDAFFE}" type="presOf" srcId="{4956BE15-8192-493D-9C99-3BD7504D4D9B}" destId="{DD35053C-59FB-4E06-A3C4-A45BD987F597}" srcOrd="1" destOrd="0" presId="urn:microsoft.com/office/officeart/2005/8/layout/list1"/>
    <dgm:cxn modelId="{F8EB36E8-98C3-479B-9511-A82D7E995AA7}" type="presOf" srcId="{4956BE15-8192-493D-9C99-3BD7504D4D9B}" destId="{FD19C57B-17C6-4109-A08A-BCC6371A3972}" srcOrd="0" destOrd="0" presId="urn:microsoft.com/office/officeart/2005/8/layout/list1"/>
    <dgm:cxn modelId="{2379F9EA-D44C-4E3D-824A-36E7D691374F}" type="presOf" srcId="{4994FB2B-EFB7-4892-A368-BD5B9909BE6A}" destId="{ED629C2B-4F61-40AC-BF6B-F2EB84DED3B0}" srcOrd="1" destOrd="0" presId="urn:microsoft.com/office/officeart/2005/8/layout/list1"/>
    <dgm:cxn modelId="{5BE70871-9EF6-43F9-B907-2AAC8CAE6FBA}" type="presParOf" srcId="{EAE6988E-7FE6-4D54-9B78-DB123A5935C7}" destId="{88BA10DC-72BE-475D-892E-DD2E7FDEB7E1}" srcOrd="0" destOrd="0" presId="urn:microsoft.com/office/officeart/2005/8/layout/list1"/>
    <dgm:cxn modelId="{0CB5689F-2867-40B7-BA91-FF59EA84BC32}" type="presParOf" srcId="{88BA10DC-72BE-475D-892E-DD2E7FDEB7E1}" destId="{FD19C57B-17C6-4109-A08A-BCC6371A3972}" srcOrd="0" destOrd="0" presId="urn:microsoft.com/office/officeart/2005/8/layout/list1"/>
    <dgm:cxn modelId="{31FE9F52-5167-4D92-A3C9-99DBD14E5055}" type="presParOf" srcId="{88BA10DC-72BE-475D-892E-DD2E7FDEB7E1}" destId="{DD35053C-59FB-4E06-A3C4-A45BD987F597}" srcOrd="1" destOrd="0" presId="urn:microsoft.com/office/officeart/2005/8/layout/list1"/>
    <dgm:cxn modelId="{C80180AD-6276-4B26-AA2D-22612BBA50EB}" type="presParOf" srcId="{EAE6988E-7FE6-4D54-9B78-DB123A5935C7}" destId="{7D8E63C0-C752-4FC4-997A-D5D0A58D4468}" srcOrd="1" destOrd="0" presId="urn:microsoft.com/office/officeart/2005/8/layout/list1"/>
    <dgm:cxn modelId="{43B9F3FC-F7C5-464C-A429-4CDBAC918FC5}" type="presParOf" srcId="{EAE6988E-7FE6-4D54-9B78-DB123A5935C7}" destId="{85DFEAE1-426F-4441-A28F-6CC8F13A6A5D}" srcOrd="2" destOrd="0" presId="urn:microsoft.com/office/officeart/2005/8/layout/list1"/>
    <dgm:cxn modelId="{18C99698-537B-4D9E-83B6-54780BD04562}" type="presParOf" srcId="{EAE6988E-7FE6-4D54-9B78-DB123A5935C7}" destId="{72947EEF-37AF-4ED4-A083-A56CC327EE11}" srcOrd="3" destOrd="0" presId="urn:microsoft.com/office/officeart/2005/8/layout/list1"/>
    <dgm:cxn modelId="{30039AF3-81EF-460F-8E87-2A7F0477D136}" type="presParOf" srcId="{EAE6988E-7FE6-4D54-9B78-DB123A5935C7}" destId="{E79D21DF-960F-4789-939B-27651D49F87D}" srcOrd="4" destOrd="0" presId="urn:microsoft.com/office/officeart/2005/8/layout/list1"/>
    <dgm:cxn modelId="{8A69EFF9-6990-4913-9520-B2AC951209DF}" type="presParOf" srcId="{E79D21DF-960F-4789-939B-27651D49F87D}" destId="{7A5ADD7A-B3CE-4914-AEFC-AAE2761CC152}" srcOrd="0" destOrd="0" presId="urn:microsoft.com/office/officeart/2005/8/layout/list1"/>
    <dgm:cxn modelId="{B336DB28-E273-4F13-B858-8FF48BECEC6E}" type="presParOf" srcId="{E79D21DF-960F-4789-939B-27651D49F87D}" destId="{ED629C2B-4F61-40AC-BF6B-F2EB84DED3B0}" srcOrd="1" destOrd="0" presId="urn:microsoft.com/office/officeart/2005/8/layout/list1"/>
    <dgm:cxn modelId="{AC39F3C0-C162-496F-8A30-DB3DC2D906EB}" type="presParOf" srcId="{EAE6988E-7FE6-4D54-9B78-DB123A5935C7}" destId="{E9E80821-470D-448C-BCED-9D2F471BE7D1}" srcOrd="5" destOrd="0" presId="urn:microsoft.com/office/officeart/2005/8/layout/list1"/>
    <dgm:cxn modelId="{2F7CD819-7221-4BA9-B967-595C65B223E5}" type="presParOf" srcId="{EAE6988E-7FE6-4D54-9B78-DB123A5935C7}" destId="{82B48D1C-8E1B-40AF-BA29-55A3E1D0863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7677C8-76CE-453F-A417-676A7C6AB05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8BC251-8709-4184-8B1B-C95BF8457B88}">
      <dgm:prSet/>
      <dgm:spPr/>
      <dgm:t>
        <a:bodyPr/>
        <a:lstStyle/>
        <a:p>
          <a:r>
            <a:rPr lang="en-US"/>
            <a:t>Pretrained models: .75, 1, 2, 3, kbps</a:t>
          </a:r>
        </a:p>
      </dgm:t>
    </dgm:pt>
    <dgm:pt modelId="{12A961CF-6C10-4865-A438-B9FFD46F6215}" type="parTrans" cxnId="{A542EEA4-B70F-4708-8013-5C61DAB62045}">
      <dgm:prSet/>
      <dgm:spPr/>
      <dgm:t>
        <a:bodyPr/>
        <a:lstStyle/>
        <a:p>
          <a:endParaRPr lang="en-US"/>
        </a:p>
      </dgm:t>
    </dgm:pt>
    <dgm:pt modelId="{1AD4CB04-E57E-4C63-B972-52B96224C823}" type="sibTrans" cxnId="{A542EEA4-B70F-4708-8013-5C61DAB62045}">
      <dgm:prSet/>
      <dgm:spPr/>
      <dgm:t>
        <a:bodyPr/>
        <a:lstStyle/>
        <a:p>
          <a:endParaRPr lang="en-US"/>
        </a:p>
      </dgm:t>
    </dgm:pt>
    <dgm:pt modelId="{B7DB1469-F961-4774-9696-F3ACA6F5695F}">
      <dgm:prSet/>
      <dgm:spPr/>
      <dgm:t>
        <a:bodyPr/>
        <a:lstStyle/>
        <a:p>
          <a:r>
            <a:rPr lang="en-US"/>
            <a:t>Adopt for guitar audio with effects</a:t>
          </a:r>
        </a:p>
      </dgm:t>
    </dgm:pt>
    <dgm:pt modelId="{C1DCF633-C3B7-42EA-87C4-3EA1DBBE1C57}" type="parTrans" cxnId="{FD4C5F62-A4F6-45B0-A9CA-B2F7007BC644}">
      <dgm:prSet/>
      <dgm:spPr/>
      <dgm:t>
        <a:bodyPr/>
        <a:lstStyle/>
        <a:p>
          <a:endParaRPr lang="en-US"/>
        </a:p>
      </dgm:t>
    </dgm:pt>
    <dgm:pt modelId="{434A038F-F5C6-424A-B47B-7E758854F941}" type="sibTrans" cxnId="{FD4C5F62-A4F6-45B0-A9CA-B2F7007BC644}">
      <dgm:prSet/>
      <dgm:spPr/>
      <dgm:t>
        <a:bodyPr/>
        <a:lstStyle/>
        <a:p>
          <a:endParaRPr lang="en-US"/>
        </a:p>
      </dgm:t>
    </dgm:pt>
    <dgm:pt modelId="{CC2AE7D2-D5D2-4360-A1C6-0C8D4B165987}">
      <dgm:prSet/>
      <dgm:spPr/>
      <dgm:t>
        <a:bodyPr/>
        <a:lstStyle/>
        <a:p>
          <a:r>
            <a:rPr lang="en-US"/>
            <a:t>Retrain on small dataset to learn nuances of domain</a:t>
          </a:r>
        </a:p>
      </dgm:t>
    </dgm:pt>
    <dgm:pt modelId="{682C7C0C-7666-4E07-9078-8F15708B7749}" type="parTrans" cxnId="{F02AF513-81EA-4B33-A9EA-1E3AEDB8BD24}">
      <dgm:prSet/>
      <dgm:spPr/>
      <dgm:t>
        <a:bodyPr/>
        <a:lstStyle/>
        <a:p>
          <a:endParaRPr lang="en-US"/>
        </a:p>
      </dgm:t>
    </dgm:pt>
    <dgm:pt modelId="{29605812-B2A2-4821-BC6C-326A35C0DC96}" type="sibTrans" cxnId="{F02AF513-81EA-4B33-A9EA-1E3AEDB8BD24}">
      <dgm:prSet/>
      <dgm:spPr/>
      <dgm:t>
        <a:bodyPr/>
        <a:lstStyle/>
        <a:p>
          <a:endParaRPr lang="en-US"/>
        </a:p>
      </dgm:t>
    </dgm:pt>
    <dgm:pt modelId="{68968ABC-8FEE-41F9-BC01-824D0FDC5A6D}">
      <dgm:prSet/>
      <dgm:spPr/>
      <dgm:t>
        <a:bodyPr/>
        <a:lstStyle/>
        <a:p>
          <a:r>
            <a:rPr lang="en-US"/>
            <a:t>Early layers frozen(low-level features)</a:t>
          </a:r>
        </a:p>
      </dgm:t>
    </dgm:pt>
    <dgm:pt modelId="{2070EE93-6A63-456B-9761-9233F5A1D027}" type="parTrans" cxnId="{36EB1669-8B75-414E-AB50-D36A40B3C9A5}">
      <dgm:prSet/>
      <dgm:spPr/>
      <dgm:t>
        <a:bodyPr/>
        <a:lstStyle/>
        <a:p>
          <a:endParaRPr lang="en-US"/>
        </a:p>
      </dgm:t>
    </dgm:pt>
    <dgm:pt modelId="{7204B8C6-301C-49E5-8FD4-57FBD78D8401}" type="sibTrans" cxnId="{36EB1669-8B75-414E-AB50-D36A40B3C9A5}">
      <dgm:prSet/>
      <dgm:spPr/>
      <dgm:t>
        <a:bodyPr/>
        <a:lstStyle/>
        <a:p>
          <a:endParaRPr lang="en-US"/>
        </a:p>
      </dgm:t>
    </dgm:pt>
    <dgm:pt modelId="{67E265BC-3C12-41C4-A3B4-4303717E100A}">
      <dgm:prSet/>
      <dgm:spPr/>
      <dgm:t>
        <a:bodyPr/>
        <a:lstStyle/>
        <a:p>
          <a:r>
            <a:rPr lang="en-US"/>
            <a:t>Later layers(task-specific) updated</a:t>
          </a:r>
        </a:p>
      </dgm:t>
    </dgm:pt>
    <dgm:pt modelId="{5F092A76-E1E9-4724-834C-211F624AB66E}" type="parTrans" cxnId="{D74A1EA2-0DEC-44DA-8A7C-A10417345ADA}">
      <dgm:prSet/>
      <dgm:spPr/>
      <dgm:t>
        <a:bodyPr/>
        <a:lstStyle/>
        <a:p>
          <a:endParaRPr lang="en-US"/>
        </a:p>
      </dgm:t>
    </dgm:pt>
    <dgm:pt modelId="{35BF8531-2361-46C5-9C8D-F6B3B6113ED8}" type="sibTrans" cxnId="{D74A1EA2-0DEC-44DA-8A7C-A10417345ADA}">
      <dgm:prSet/>
      <dgm:spPr/>
      <dgm:t>
        <a:bodyPr/>
        <a:lstStyle/>
        <a:p>
          <a:endParaRPr lang="en-US"/>
        </a:p>
      </dgm:t>
    </dgm:pt>
    <dgm:pt modelId="{C852AF5B-5CFC-4613-9F11-66DFF859AD6E}" type="pres">
      <dgm:prSet presAssocID="{507677C8-76CE-453F-A417-676A7C6AB05A}" presName="linear" presStyleCnt="0">
        <dgm:presLayoutVars>
          <dgm:animLvl val="lvl"/>
          <dgm:resizeHandles val="exact"/>
        </dgm:presLayoutVars>
      </dgm:prSet>
      <dgm:spPr/>
    </dgm:pt>
    <dgm:pt modelId="{553742B9-07DC-4A9C-AA20-06CDD2A44309}" type="pres">
      <dgm:prSet presAssocID="{DA8BC251-8709-4184-8B1B-C95BF8457B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9A9ABA-2821-4A8E-AD30-FAAC20BA06A5}" type="pres">
      <dgm:prSet presAssocID="{1AD4CB04-E57E-4C63-B972-52B96224C823}" presName="spacer" presStyleCnt="0"/>
      <dgm:spPr/>
    </dgm:pt>
    <dgm:pt modelId="{F90F84CE-A869-4E40-8A4E-30AE0829919C}" type="pres">
      <dgm:prSet presAssocID="{B7DB1469-F961-4774-9696-F3ACA6F569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8A5E8F7-5153-4615-B8CD-32C59366205B}" type="pres">
      <dgm:prSet presAssocID="{434A038F-F5C6-424A-B47B-7E758854F941}" presName="spacer" presStyleCnt="0"/>
      <dgm:spPr/>
    </dgm:pt>
    <dgm:pt modelId="{F95DFCD2-91EB-4904-86E6-686142A58A2D}" type="pres">
      <dgm:prSet presAssocID="{CC2AE7D2-D5D2-4360-A1C6-0C8D4B16598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A471D70-1A9A-4CA3-AC0B-C6CC1DDFDB6B}" type="pres">
      <dgm:prSet presAssocID="{CC2AE7D2-D5D2-4360-A1C6-0C8D4B16598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5640309-FB2A-4CAC-8140-DB975AF84AD8}" type="presOf" srcId="{68968ABC-8FEE-41F9-BC01-824D0FDC5A6D}" destId="{9A471D70-1A9A-4CA3-AC0B-C6CC1DDFDB6B}" srcOrd="0" destOrd="0" presId="urn:microsoft.com/office/officeart/2005/8/layout/vList2"/>
    <dgm:cxn modelId="{F02AF513-81EA-4B33-A9EA-1E3AEDB8BD24}" srcId="{507677C8-76CE-453F-A417-676A7C6AB05A}" destId="{CC2AE7D2-D5D2-4360-A1C6-0C8D4B165987}" srcOrd="2" destOrd="0" parTransId="{682C7C0C-7666-4E07-9078-8F15708B7749}" sibTransId="{29605812-B2A2-4821-BC6C-326A35C0DC96}"/>
    <dgm:cxn modelId="{FD4C5F62-A4F6-45B0-A9CA-B2F7007BC644}" srcId="{507677C8-76CE-453F-A417-676A7C6AB05A}" destId="{B7DB1469-F961-4774-9696-F3ACA6F5695F}" srcOrd="1" destOrd="0" parTransId="{C1DCF633-C3B7-42EA-87C4-3EA1DBBE1C57}" sibTransId="{434A038F-F5C6-424A-B47B-7E758854F941}"/>
    <dgm:cxn modelId="{36EB1669-8B75-414E-AB50-D36A40B3C9A5}" srcId="{CC2AE7D2-D5D2-4360-A1C6-0C8D4B165987}" destId="{68968ABC-8FEE-41F9-BC01-824D0FDC5A6D}" srcOrd="0" destOrd="0" parTransId="{2070EE93-6A63-456B-9761-9233F5A1D027}" sibTransId="{7204B8C6-301C-49E5-8FD4-57FBD78D8401}"/>
    <dgm:cxn modelId="{D74A1EA2-0DEC-44DA-8A7C-A10417345ADA}" srcId="{CC2AE7D2-D5D2-4360-A1C6-0C8D4B165987}" destId="{67E265BC-3C12-41C4-A3B4-4303717E100A}" srcOrd="1" destOrd="0" parTransId="{5F092A76-E1E9-4724-834C-211F624AB66E}" sibTransId="{35BF8531-2361-46C5-9C8D-F6B3B6113ED8}"/>
    <dgm:cxn modelId="{A542EEA4-B70F-4708-8013-5C61DAB62045}" srcId="{507677C8-76CE-453F-A417-676A7C6AB05A}" destId="{DA8BC251-8709-4184-8B1B-C95BF8457B88}" srcOrd="0" destOrd="0" parTransId="{12A961CF-6C10-4865-A438-B9FFD46F6215}" sibTransId="{1AD4CB04-E57E-4C63-B972-52B96224C823}"/>
    <dgm:cxn modelId="{C3EF8FC1-7875-41E4-A2BD-164C554F723B}" type="presOf" srcId="{DA8BC251-8709-4184-8B1B-C95BF8457B88}" destId="{553742B9-07DC-4A9C-AA20-06CDD2A44309}" srcOrd="0" destOrd="0" presId="urn:microsoft.com/office/officeart/2005/8/layout/vList2"/>
    <dgm:cxn modelId="{4214F6CD-303E-432F-A656-5967E0525D63}" type="presOf" srcId="{507677C8-76CE-453F-A417-676A7C6AB05A}" destId="{C852AF5B-5CFC-4613-9F11-66DFF859AD6E}" srcOrd="0" destOrd="0" presId="urn:microsoft.com/office/officeart/2005/8/layout/vList2"/>
    <dgm:cxn modelId="{7A2D9AD5-0E06-41C6-ACFC-D1511C3877FD}" type="presOf" srcId="{B7DB1469-F961-4774-9696-F3ACA6F5695F}" destId="{F90F84CE-A869-4E40-8A4E-30AE0829919C}" srcOrd="0" destOrd="0" presId="urn:microsoft.com/office/officeart/2005/8/layout/vList2"/>
    <dgm:cxn modelId="{56BBA1DB-DB87-4404-BB0A-0E825C46B881}" type="presOf" srcId="{67E265BC-3C12-41C4-A3B4-4303717E100A}" destId="{9A471D70-1A9A-4CA3-AC0B-C6CC1DDFDB6B}" srcOrd="0" destOrd="1" presId="urn:microsoft.com/office/officeart/2005/8/layout/vList2"/>
    <dgm:cxn modelId="{47D839E4-1412-4E56-BC39-C21DB97DFDFA}" type="presOf" srcId="{CC2AE7D2-D5D2-4360-A1C6-0C8D4B165987}" destId="{F95DFCD2-91EB-4904-86E6-686142A58A2D}" srcOrd="0" destOrd="0" presId="urn:microsoft.com/office/officeart/2005/8/layout/vList2"/>
    <dgm:cxn modelId="{64AA900A-86F1-4BC0-87B8-E9DCCA00A866}" type="presParOf" srcId="{C852AF5B-5CFC-4613-9F11-66DFF859AD6E}" destId="{553742B9-07DC-4A9C-AA20-06CDD2A44309}" srcOrd="0" destOrd="0" presId="urn:microsoft.com/office/officeart/2005/8/layout/vList2"/>
    <dgm:cxn modelId="{D4E6F3EA-80FE-4EEE-8875-14CF4011DC84}" type="presParOf" srcId="{C852AF5B-5CFC-4613-9F11-66DFF859AD6E}" destId="{149A9ABA-2821-4A8E-AD30-FAAC20BA06A5}" srcOrd="1" destOrd="0" presId="urn:microsoft.com/office/officeart/2005/8/layout/vList2"/>
    <dgm:cxn modelId="{E44264F1-2250-4031-B9C7-87CBD3580AC1}" type="presParOf" srcId="{C852AF5B-5CFC-4613-9F11-66DFF859AD6E}" destId="{F90F84CE-A869-4E40-8A4E-30AE0829919C}" srcOrd="2" destOrd="0" presId="urn:microsoft.com/office/officeart/2005/8/layout/vList2"/>
    <dgm:cxn modelId="{09EC47C8-CBDE-4193-AD8E-56415EC5730F}" type="presParOf" srcId="{C852AF5B-5CFC-4613-9F11-66DFF859AD6E}" destId="{68A5E8F7-5153-4615-B8CD-32C59366205B}" srcOrd="3" destOrd="0" presId="urn:microsoft.com/office/officeart/2005/8/layout/vList2"/>
    <dgm:cxn modelId="{3C2EF3A4-30CC-45D9-9F94-E4FD24F7A41C}" type="presParOf" srcId="{C852AF5B-5CFC-4613-9F11-66DFF859AD6E}" destId="{F95DFCD2-91EB-4904-86E6-686142A58A2D}" srcOrd="4" destOrd="0" presId="urn:microsoft.com/office/officeart/2005/8/layout/vList2"/>
    <dgm:cxn modelId="{15A67282-1448-443E-9758-8ED3D01CB950}" type="presParOf" srcId="{C852AF5B-5CFC-4613-9F11-66DFF859AD6E}" destId="{9A471D70-1A9A-4CA3-AC0B-C6CC1DDFDB6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48F800-967C-45E1-842B-D9C5095117C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CB6EC4-DB88-48A0-8574-0C54D04E6383}">
      <dgm:prSet/>
      <dgm:spPr/>
      <dgm:t>
        <a:bodyPr/>
        <a:lstStyle/>
        <a:p>
          <a:r>
            <a:rPr lang="en-US"/>
            <a:t>EQ effects lowkey sound the same ngl </a:t>
          </a:r>
        </a:p>
      </dgm:t>
    </dgm:pt>
    <dgm:pt modelId="{83C78A2D-C53A-4C81-B53C-31F12F85BF77}" type="parTrans" cxnId="{3D0D2A81-8AEB-4108-BFE9-71ABDAD2B034}">
      <dgm:prSet/>
      <dgm:spPr/>
      <dgm:t>
        <a:bodyPr/>
        <a:lstStyle/>
        <a:p>
          <a:endParaRPr lang="en-US"/>
        </a:p>
      </dgm:t>
    </dgm:pt>
    <dgm:pt modelId="{615A75A5-4A1F-48AB-AB04-57B4C7C3910C}" type="sibTrans" cxnId="{3D0D2A81-8AEB-4108-BFE9-71ABDAD2B034}">
      <dgm:prSet/>
      <dgm:spPr/>
      <dgm:t>
        <a:bodyPr/>
        <a:lstStyle/>
        <a:p>
          <a:endParaRPr lang="en-US"/>
        </a:p>
      </dgm:t>
    </dgm:pt>
    <dgm:pt modelId="{A17B892F-3919-4E24-BB46-689098928008}">
      <dgm:prSet/>
      <dgm:spPr/>
      <dgm:t>
        <a:bodyPr/>
        <a:lstStyle/>
        <a:p>
          <a:r>
            <a:rPr lang="en-US"/>
            <a:t>Human perception</a:t>
          </a:r>
        </a:p>
      </dgm:t>
    </dgm:pt>
    <dgm:pt modelId="{7C8B9C05-36A0-4A6B-B2BB-BD44AAEE21E9}" type="parTrans" cxnId="{F24D238C-85D3-4ECD-AA38-E6571CC81B55}">
      <dgm:prSet/>
      <dgm:spPr/>
      <dgm:t>
        <a:bodyPr/>
        <a:lstStyle/>
        <a:p>
          <a:endParaRPr lang="en-US"/>
        </a:p>
      </dgm:t>
    </dgm:pt>
    <dgm:pt modelId="{B3258A76-7018-4FEB-9D2F-0BC1C33A9F21}" type="sibTrans" cxnId="{F24D238C-85D3-4ECD-AA38-E6571CC81B55}">
      <dgm:prSet/>
      <dgm:spPr/>
      <dgm:t>
        <a:bodyPr/>
        <a:lstStyle/>
        <a:p>
          <a:endParaRPr lang="en-US"/>
        </a:p>
      </dgm:t>
    </dgm:pt>
    <dgm:pt modelId="{62FA4191-DCC0-4F05-8D91-DE9581F73357}">
      <dgm:prSet/>
      <dgm:spPr/>
      <dgm:t>
        <a:bodyPr/>
        <a:lstStyle/>
        <a:p>
          <a:r>
            <a:rPr lang="en-US"/>
            <a:t>Treble boost/reduct low key does nothing</a:t>
          </a:r>
        </a:p>
      </dgm:t>
    </dgm:pt>
    <dgm:pt modelId="{CCA63664-464A-4E05-9987-FE253D1C02F0}" type="parTrans" cxnId="{304A8F5F-E7CB-492F-8904-59EF95682F24}">
      <dgm:prSet/>
      <dgm:spPr/>
      <dgm:t>
        <a:bodyPr/>
        <a:lstStyle/>
        <a:p>
          <a:endParaRPr lang="en-US"/>
        </a:p>
      </dgm:t>
    </dgm:pt>
    <dgm:pt modelId="{BEC05CE6-F17B-454B-BA4D-041411939B94}" type="sibTrans" cxnId="{304A8F5F-E7CB-492F-8904-59EF95682F24}">
      <dgm:prSet/>
      <dgm:spPr/>
      <dgm:t>
        <a:bodyPr/>
        <a:lstStyle/>
        <a:p>
          <a:endParaRPr lang="en-US"/>
        </a:p>
      </dgm:t>
    </dgm:pt>
    <dgm:pt modelId="{9EF6ADEC-D866-4504-B628-050FDC06F021}">
      <dgm:prSet/>
      <dgm:spPr/>
      <dgm:t>
        <a:bodyPr/>
        <a:lstStyle/>
        <a:p>
          <a:r>
            <a:rPr lang="en-US"/>
            <a:t>Nyquist frequency = fs/2, fs = 16,000</a:t>
          </a:r>
        </a:p>
      </dgm:t>
    </dgm:pt>
    <dgm:pt modelId="{BA9AD99F-049B-4021-A810-76361B908187}" type="parTrans" cxnId="{36AF0AED-9037-4269-ADE2-DFF5B5E56667}">
      <dgm:prSet/>
      <dgm:spPr/>
      <dgm:t>
        <a:bodyPr/>
        <a:lstStyle/>
        <a:p>
          <a:endParaRPr lang="en-US"/>
        </a:p>
      </dgm:t>
    </dgm:pt>
    <dgm:pt modelId="{0D9C84E1-B269-4717-84B0-E99BA779F4D3}" type="sibTrans" cxnId="{36AF0AED-9037-4269-ADE2-DFF5B5E56667}">
      <dgm:prSet/>
      <dgm:spPr/>
      <dgm:t>
        <a:bodyPr/>
        <a:lstStyle/>
        <a:p>
          <a:endParaRPr lang="en-US"/>
        </a:p>
      </dgm:t>
    </dgm:pt>
    <dgm:pt modelId="{23486BB2-F05A-4878-8CB5-795D1B69ACD8}">
      <dgm:prSet/>
      <dgm:spPr/>
      <dgm:t>
        <a:bodyPr/>
        <a:lstStyle/>
        <a:p>
          <a:r>
            <a:rPr lang="en-US"/>
            <a:t>Boost is at 8kHz+</a:t>
          </a:r>
        </a:p>
      </dgm:t>
    </dgm:pt>
    <dgm:pt modelId="{9242A476-5033-437D-A65D-7F55B8991C4B}" type="parTrans" cxnId="{4B168287-080D-4C56-A8A4-470F77813EBC}">
      <dgm:prSet/>
      <dgm:spPr/>
      <dgm:t>
        <a:bodyPr/>
        <a:lstStyle/>
        <a:p>
          <a:endParaRPr lang="en-US"/>
        </a:p>
      </dgm:t>
    </dgm:pt>
    <dgm:pt modelId="{2EB4C525-2213-482E-85DE-86E247CD5406}" type="sibTrans" cxnId="{4B168287-080D-4C56-A8A4-470F77813EBC}">
      <dgm:prSet/>
      <dgm:spPr/>
      <dgm:t>
        <a:bodyPr/>
        <a:lstStyle/>
        <a:p>
          <a:endParaRPr lang="en-US"/>
        </a:p>
      </dgm:t>
    </dgm:pt>
    <dgm:pt modelId="{FB6DCBBE-A38A-448C-A33B-AD2C2485B2CD}">
      <dgm:prSet/>
      <dgm:spPr/>
      <dgm:t>
        <a:bodyPr/>
        <a:lstStyle/>
        <a:p>
          <a:r>
            <a:rPr lang="en-US"/>
            <a:t>IDGAF!</a:t>
          </a:r>
        </a:p>
      </dgm:t>
    </dgm:pt>
    <dgm:pt modelId="{37257639-535B-490C-BF0D-625FDC8F97BD}" type="parTrans" cxnId="{6179D819-C398-4933-B108-59DC79EEB252}">
      <dgm:prSet/>
      <dgm:spPr/>
      <dgm:t>
        <a:bodyPr/>
        <a:lstStyle/>
        <a:p>
          <a:endParaRPr lang="en-US"/>
        </a:p>
      </dgm:t>
    </dgm:pt>
    <dgm:pt modelId="{56FB6237-1063-4F3B-B2A4-FC914B5B2B64}" type="sibTrans" cxnId="{6179D819-C398-4933-B108-59DC79EEB252}">
      <dgm:prSet/>
      <dgm:spPr/>
      <dgm:t>
        <a:bodyPr/>
        <a:lstStyle/>
        <a:p>
          <a:endParaRPr lang="en-US"/>
        </a:p>
      </dgm:t>
    </dgm:pt>
    <dgm:pt modelId="{F67F1957-5EB0-4459-8FCD-5CA6180A9133}" type="pres">
      <dgm:prSet presAssocID="{1148F800-967C-45E1-842B-D9C5095117CC}" presName="linear" presStyleCnt="0">
        <dgm:presLayoutVars>
          <dgm:animLvl val="lvl"/>
          <dgm:resizeHandles val="exact"/>
        </dgm:presLayoutVars>
      </dgm:prSet>
      <dgm:spPr/>
    </dgm:pt>
    <dgm:pt modelId="{F6C327EE-9BE6-4673-92BE-EC76012D678A}" type="pres">
      <dgm:prSet presAssocID="{B5CB6EC4-DB88-48A0-8574-0C54D04E63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85DCD9-D179-46E8-B3E7-0FBC34FF95E1}" type="pres">
      <dgm:prSet presAssocID="{B5CB6EC4-DB88-48A0-8574-0C54D04E6383}" presName="childText" presStyleLbl="revTx" presStyleIdx="0" presStyleCnt="2">
        <dgm:presLayoutVars>
          <dgm:bulletEnabled val="1"/>
        </dgm:presLayoutVars>
      </dgm:prSet>
      <dgm:spPr/>
    </dgm:pt>
    <dgm:pt modelId="{15EB0531-5B54-483F-9C6D-A77513A6D5E2}" type="pres">
      <dgm:prSet presAssocID="{62FA4191-DCC0-4F05-8D91-DE9581F733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44CB40-7CF0-4282-8653-32892BF2C1FA}" type="pres">
      <dgm:prSet presAssocID="{62FA4191-DCC0-4F05-8D91-DE9581F73357}" presName="childText" presStyleLbl="revTx" presStyleIdx="1" presStyleCnt="2">
        <dgm:presLayoutVars>
          <dgm:bulletEnabled val="1"/>
        </dgm:presLayoutVars>
      </dgm:prSet>
      <dgm:spPr/>
    </dgm:pt>
    <dgm:pt modelId="{FBB5DDC0-FAD7-4761-9176-F4054EB73A5B}" type="pres">
      <dgm:prSet presAssocID="{23486BB2-F05A-4878-8CB5-795D1B69AC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29F4FF-6575-4682-89EC-A19C19A0AF5B}" type="pres">
      <dgm:prSet presAssocID="{2EB4C525-2213-482E-85DE-86E247CD5406}" presName="spacer" presStyleCnt="0"/>
      <dgm:spPr/>
    </dgm:pt>
    <dgm:pt modelId="{7B3D4233-0F3A-4799-9027-546FFAF2FF52}" type="pres">
      <dgm:prSet presAssocID="{FB6DCBBE-A38A-448C-A33B-AD2C2485B2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3CC419-A2CE-49F2-9A92-E96DED276578}" type="presOf" srcId="{A17B892F-3919-4E24-BB46-689098928008}" destId="{DE85DCD9-D179-46E8-B3E7-0FBC34FF95E1}" srcOrd="0" destOrd="0" presId="urn:microsoft.com/office/officeart/2005/8/layout/vList2"/>
    <dgm:cxn modelId="{6179D819-C398-4933-B108-59DC79EEB252}" srcId="{1148F800-967C-45E1-842B-D9C5095117CC}" destId="{FB6DCBBE-A38A-448C-A33B-AD2C2485B2CD}" srcOrd="3" destOrd="0" parTransId="{37257639-535B-490C-BF0D-625FDC8F97BD}" sibTransId="{56FB6237-1063-4F3B-B2A4-FC914B5B2B64}"/>
    <dgm:cxn modelId="{0CA70129-B147-40A9-990F-5E06FAD8EED2}" type="presOf" srcId="{9EF6ADEC-D866-4504-B628-050FDC06F021}" destId="{0044CB40-7CF0-4282-8653-32892BF2C1FA}" srcOrd="0" destOrd="0" presId="urn:microsoft.com/office/officeart/2005/8/layout/vList2"/>
    <dgm:cxn modelId="{304A8F5F-E7CB-492F-8904-59EF95682F24}" srcId="{1148F800-967C-45E1-842B-D9C5095117CC}" destId="{62FA4191-DCC0-4F05-8D91-DE9581F73357}" srcOrd="1" destOrd="0" parTransId="{CCA63664-464A-4E05-9987-FE253D1C02F0}" sibTransId="{BEC05CE6-F17B-454B-BA4D-041411939B94}"/>
    <dgm:cxn modelId="{8D19756E-D179-4A25-8379-16944FEE0905}" type="presOf" srcId="{1148F800-967C-45E1-842B-D9C5095117CC}" destId="{F67F1957-5EB0-4459-8FCD-5CA6180A9133}" srcOrd="0" destOrd="0" presId="urn:microsoft.com/office/officeart/2005/8/layout/vList2"/>
    <dgm:cxn modelId="{3D0D2A81-8AEB-4108-BFE9-71ABDAD2B034}" srcId="{1148F800-967C-45E1-842B-D9C5095117CC}" destId="{B5CB6EC4-DB88-48A0-8574-0C54D04E6383}" srcOrd="0" destOrd="0" parTransId="{83C78A2D-C53A-4C81-B53C-31F12F85BF77}" sibTransId="{615A75A5-4A1F-48AB-AB04-57B4C7C3910C}"/>
    <dgm:cxn modelId="{4B168287-080D-4C56-A8A4-470F77813EBC}" srcId="{1148F800-967C-45E1-842B-D9C5095117CC}" destId="{23486BB2-F05A-4878-8CB5-795D1B69ACD8}" srcOrd="2" destOrd="0" parTransId="{9242A476-5033-437D-A65D-7F55B8991C4B}" sibTransId="{2EB4C525-2213-482E-85DE-86E247CD5406}"/>
    <dgm:cxn modelId="{F24D238C-85D3-4ECD-AA38-E6571CC81B55}" srcId="{B5CB6EC4-DB88-48A0-8574-0C54D04E6383}" destId="{A17B892F-3919-4E24-BB46-689098928008}" srcOrd="0" destOrd="0" parTransId="{7C8B9C05-36A0-4A6B-B2BB-BD44AAEE21E9}" sibTransId="{B3258A76-7018-4FEB-9D2F-0BC1C33A9F21}"/>
    <dgm:cxn modelId="{14A50494-930A-4109-89F5-46EC6C4930A2}" type="presOf" srcId="{B5CB6EC4-DB88-48A0-8574-0C54D04E6383}" destId="{F6C327EE-9BE6-4673-92BE-EC76012D678A}" srcOrd="0" destOrd="0" presId="urn:microsoft.com/office/officeart/2005/8/layout/vList2"/>
    <dgm:cxn modelId="{54088CDA-FF76-48A5-90BE-D3555EAEC8A2}" type="presOf" srcId="{23486BB2-F05A-4878-8CB5-795D1B69ACD8}" destId="{FBB5DDC0-FAD7-4761-9176-F4054EB73A5B}" srcOrd="0" destOrd="0" presId="urn:microsoft.com/office/officeart/2005/8/layout/vList2"/>
    <dgm:cxn modelId="{3D8592E2-74BB-4A53-891D-51735329AB7A}" type="presOf" srcId="{FB6DCBBE-A38A-448C-A33B-AD2C2485B2CD}" destId="{7B3D4233-0F3A-4799-9027-546FFAF2FF52}" srcOrd="0" destOrd="0" presId="urn:microsoft.com/office/officeart/2005/8/layout/vList2"/>
    <dgm:cxn modelId="{94055FE8-7CC5-41CE-A8E5-207C26EEDFA6}" type="presOf" srcId="{62FA4191-DCC0-4F05-8D91-DE9581F73357}" destId="{15EB0531-5B54-483F-9C6D-A77513A6D5E2}" srcOrd="0" destOrd="0" presId="urn:microsoft.com/office/officeart/2005/8/layout/vList2"/>
    <dgm:cxn modelId="{36AF0AED-9037-4269-ADE2-DFF5B5E56667}" srcId="{62FA4191-DCC0-4F05-8D91-DE9581F73357}" destId="{9EF6ADEC-D866-4504-B628-050FDC06F021}" srcOrd="0" destOrd="0" parTransId="{BA9AD99F-049B-4021-A810-76361B908187}" sibTransId="{0D9C84E1-B269-4717-84B0-E99BA779F4D3}"/>
    <dgm:cxn modelId="{5ACB45F1-C039-4FE2-B3C2-D2397939D0D5}" type="presParOf" srcId="{F67F1957-5EB0-4459-8FCD-5CA6180A9133}" destId="{F6C327EE-9BE6-4673-92BE-EC76012D678A}" srcOrd="0" destOrd="0" presId="urn:microsoft.com/office/officeart/2005/8/layout/vList2"/>
    <dgm:cxn modelId="{26EE8698-706A-4507-A582-CA994D65FF15}" type="presParOf" srcId="{F67F1957-5EB0-4459-8FCD-5CA6180A9133}" destId="{DE85DCD9-D179-46E8-B3E7-0FBC34FF95E1}" srcOrd="1" destOrd="0" presId="urn:microsoft.com/office/officeart/2005/8/layout/vList2"/>
    <dgm:cxn modelId="{026123C7-C8A8-4041-8874-D75C9EE63983}" type="presParOf" srcId="{F67F1957-5EB0-4459-8FCD-5CA6180A9133}" destId="{15EB0531-5B54-483F-9C6D-A77513A6D5E2}" srcOrd="2" destOrd="0" presId="urn:microsoft.com/office/officeart/2005/8/layout/vList2"/>
    <dgm:cxn modelId="{81C34724-4577-49A8-A156-5E62F056ECEB}" type="presParOf" srcId="{F67F1957-5EB0-4459-8FCD-5CA6180A9133}" destId="{0044CB40-7CF0-4282-8653-32892BF2C1FA}" srcOrd="3" destOrd="0" presId="urn:microsoft.com/office/officeart/2005/8/layout/vList2"/>
    <dgm:cxn modelId="{FD5296B7-E29B-4B14-9C44-BF91363ADCAC}" type="presParOf" srcId="{F67F1957-5EB0-4459-8FCD-5CA6180A9133}" destId="{FBB5DDC0-FAD7-4761-9176-F4054EB73A5B}" srcOrd="4" destOrd="0" presId="urn:microsoft.com/office/officeart/2005/8/layout/vList2"/>
    <dgm:cxn modelId="{1AF8A876-5AA1-4F1A-9858-6EC15910BD00}" type="presParOf" srcId="{F67F1957-5EB0-4459-8FCD-5CA6180A9133}" destId="{C729F4FF-6575-4682-89EC-A19C19A0AF5B}" srcOrd="5" destOrd="0" presId="urn:microsoft.com/office/officeart/2005/8/layout/vList2"/>
    <dgm:cxn modelId="{F84344C4-7B5A-4F95-AFDD-7C2CB0DA1C04}" type="presParOf" srcId="{F67F1957-5EB0-4459-8FCD-5CA6180A9133}" destId="{7B3D4233-0F3A-4799-9027-546FFAF2FF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FEAE1-426F-4441-A28F-6CC8F13A6A5D}">
      <dsp:nvSpPr>
        <dsp:cNvPr id="0" name=""/>
        <dsp:cNvSpPr/>
      </dsp:nvSpPr>
      <dsp:spPr>
        <a:xfrm>
          <a:off x="0" y="614434"/>
          <a:ext cx="6666833" cy="2970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853948" rIns="517420" bIns="291592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Lighter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One mapping guarantees reversability</a:t>
          </a:r>
        </a:p>
      </dsp:txBody>
      <dsp:txXfrm>
        <a:off x="0" y="614434"/>
        <a:ext cx="6666833" cy="2970450"/>
      </dsp:txXfrm>
    </dsp:sp>
    <dsp:sp modelId="{DD35053C-59FB-4E06-A3C4-A45BD987F597}">
      <dsp:nvSpPr>
        <dsp:cNvPr id="0" name=""/>
        <dsp:cNvSpPr/>
      </dsp:nvSpPr>
      <dsp:spPr>
        <a:xfrm>
          <a:off x="333341" y="9274"/>
          <a:ext cx="4666783" cy="1210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Single Quantizer</a:t>
          </a:r>
        </a:p>
      </dsp:txBody>
      <dsp:txXfrm>
        <a:off x="392424" y="68357"/>
        <a:ext cx="4548617" cy="1092154"/>
      </dsp:txXfrm>
    </dsp:sp>
    <dsp:sp modelId="{82B48D1C-8E1B-40AF-BA29-55A3E1D08634}">
      <dsp:nvSpPr>
        <dsp:cNvPr id="0" name=""/>
        <dsp:cNvSpPr/>
      </dsp:nvSpPr>
      <dsp:spPr>
        <a:xfrm>
          <a:off x="0" y="4411445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29C2B-4F61-40AC-BF6B-F2EB84DED3B0}">
      <dsp:nvSpPr>
        <dsp:cNvPr id="0" name=""/>
        <dsp:cNvSpPr/>
      </dsp:nvSpPr>
      <dsp:spPr>
        <a:xfrm>
          <a:off x="333341" y="3806285"/>
          <a:ext cx="4666783" cy="12103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Transformer</a:t>
          </a:r>
        </a:p>
      </dsp:txBody>
      <dsp:txXfrm>
        <a:off x="392424" y="3865368"/>
        <a:ext cx="4548617" cy="1092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742B9-07DC-4A9C-AA20-06CDD2A44309}">
      <dsp:nvSpPr>
        <dsp:cNvPr id="0" name=""/>
        <dsp:cNvSpPr/>
      </dsp:nvSpPr>
      <dsp:spPr>
        <a:xfrm>
          <a:off x="0" y="66784"/>
          <a:ext cx="6666833" cy="13922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Pretrained models: .75, 1, 2, 3, kbps</a:t>
          </a:r>
        </a:p>
      </dsp:txBody>
      <dsp:txXfrm>
        <a:off x="67966" y="134750"/>
        <a:ext cx="6530901" cy="1256367"/>
      </dsp:txXfrm>
    </dsp:sp>
    <dsp:sp modelId="{F90F84CE-A869-4E40-8A4E-30AE0829919C}">
      <dsp:nvSpPr>
        <dsp:cNvPr id="0" name=""/>
        <dsp:cNvSpPr/>
      </dsp:nvSpPr>
      <dsp:spPr>
        <a:xfrm>
          <a:off x="0" y="1559884"/>
          <a:ext cx="6666833" cy="139229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Adopt for guitar audio with effects</a:t>
          </a:r>
        </a:p>
      </dsp:txBody>
      <dsp:txXfrm>
        <a:off x="67966" y="1627850"/>
        <a:ext cx="6530901" cy="1256367"/>
      </dsp:txXfrm>
    </dsp:sp>
    <dsp:sp modelId="{F95DFCD2-91EB-4904-86E6-686142A58A2D}">
      <dsp:nvSpPr>
        <dsp:cNvPr id="0" name=""/>
        <dsp:cNvSpPr/>
      </dsp:nvSpPr>
      <dsp:spPr>
        <a:xfrm>
          <a:off x="0" y="3052984"/>
          <a:ext cx="6666833" cy="13922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Retrain on small dataset to learn nuances of domain</a:t>
          </a:r>
        </a:p>
      </dsp:txBody>
      <dsp:txXfrm>
        <a:off x="67966" y="3120950"/>
        <a:ext cx="6530901" cy="1256367"/>
      </dsp:txXfrm>
    </dsp:sp>
    <dsp:sp modelId="{9A471D70-1A9A-4CA3-AC0B-C6CC1DDFDB6B}">
      <dsp:nvSpPr>
        <dsp:cNvPr id="0" name=""/>
        <dsp:cNvSpPr/>
      </dsp:nvSpPr>
      <dsp:spPr>
        <a:xfrm>
          <a:off x="0" y="4445284"/>
          <a:ext cx="6666833" cy="94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Early layers frozen(low-level features)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Later layers(task-specific) updated</a:t>
          </a:r>
        </a:p>
      </dsp:txBody>
      <dsp:txXfrm>
        <a:off x="0" y="4445284"/>
        <a:ext cx="6666833" cy="941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327EE-9BE6-4673-92BE-EC76012D678A}">
      <dsp:nvSpPr>
        <dsp:cNvPr id="0" name=""/>
        <dsp:cNvSpPr/>
      </dsp:nvSpPr>
      <dsp:spPr>
        <a:xfrm>
          <a:off x="0" y="847039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EQ effects lowkey sound the same ngl </a:t>
          </a:r>
        </a:p>
      </dsp:txBody>
      <dsp:txXfrm>
        <a:off x="33583" y="880622"/>
        <a:ext cx="6599667" cy="620794"/>
      </dsp:txXfrm>
    </dsp:sp>
    <dsp:sp modelId="{DE85DCD9-D179-46E8-B3E7-0FBC34FF95E1}">
      <dsp:nvSpPr>
        <dsp:cNvPr id="0" name=""/>
        <dsp:cNvSpPr/>
      </dsp:nvSpPr>
      <dsp:spPr>
        <a:xfrm>
          <a:off x="0" y="1534999"/>
          <a:ext cx="6666833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Human perception</a:t>
          </a:r>
        </a:p>
      </dsp:txBody>
      <dsp:txXfrm>
        <a:off x="0" y="1534999"/>
        <a:ext cx="6666833" cy="463680"/>
      </dsp:txXfrm>
    </dsp:sp>
    <dsp:sp modelId="{15EB0531-5B54-483F-9C6D-A77513A6D5E2}">
      <dsp:nvSpPr>
        <dsp:cNvPr id="0" name=""/>
        <dsp:cNvSpPr/>
      </dsp:nvSpPr>
      <dsp:spPr>
        <a:xfrm>
          <a:off x="0" y="19986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Treble boost/reduct low key does nothing</a:t>
          </a:r>
        </a:p>
      </dsp:txBody>
      <dsp:txXfrm>
        <a:off x="33583" y="2032263"/>
        <a:ext cx="6599667" cy="620794"/>
      </dsp:txXfrm>
    </dsp:sp>
    <dsp:sp modelId="{0044CB40-7CF0-4282-8653-32892BF2C1FA}">
      <dsp:nvSpPr>
        <dsp:cNvPr id="0" name=""/>
        <dsp:cNvSpPr/>
      </dsp:nvSpPr>
      <dsp:spPr>
        <a:xfrm>
          <a:off x="0" y="2686640"/>
          <a:ext cx="6666833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Nyquist frequency = fs/2, fs = 16,000</a:t>
          </a:r>
        </a:p>
      </dsp:txBody>
      <dsp:txXfrm>
        <a:off x="0" y="2686640"/>
        <a:ext cx="6666833" cy="463680"/>
      </dsp:txXfrm>
    </dsp:sp>
    <dsp:sp modelId="{FBB5DDC0-FAD7-4761-9176-F4054EB73A5B}">
      <dsp:nvSpPr>
        <dsp:cNvPr id="0" name=""/>
        <dsp:cNvSpPr/>
      </dsp:nvSpPr>
      <dsp:spPr>
        <a:xfrm>
          <a:off x="0" y="315032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Boost is at 8kHz+</a:t>
          </a:r>
        </a:p>
      </dsp:txBody>
      <dsp:txXfrm>
        <a:off x="33583" y="3183903"/>
        <a:ext cx="6599667" cy="620794"/>
      </dsp:txXfrm>
    </dsp:sp>
    <dsp:sp modelId="{7B3D4233-0F3A-4799-9027-546FFAF2FF52}">
      <dsp:nvSpPr>
        <dsp:cNvPr id="0" name=""/>
        <dsp:cNvSpPr/>
      </dsp:nvSpPr>
      <dsp:spPr>
        <a:xfrm>
          <a:off x="0" y="391892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IDGAF!</a:t>
          </a:r>
        </a:p>
      </dsp:txBody>
      <dsp:txXfrm>
        <a:off x="33583" y="3952503"/>
        <a:ext cx="6599667" cy="620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C93A-266C-0394-53B2-AE25620F9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4BE8A-7132-1438-7076-84678F13C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68D40-0D67-5AD9-80BB-7D6276B3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CDF2F-F2CA-A74A-1544-1437D1A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C866-5D30-B722-DC72-3D242BB3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807F-FFF9-06F9-83DA-ABE8EB4D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DAF57-6E2C-5B04-2C0E-7BB1881A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14C50-8967-CB26-B8F4-4E0FEC99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887B-FF74-8E35-C9FF-71FD2770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9BE34-1DBA-89D5-7B53-1AB4FD32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3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F7C9-B382-3E15-084B-AF433F77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0DBC3-3C26-5128-C47B-398FBEB40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5A53-2B24-7DFD-DD7A-7C61E89F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743F6-A464-F66A-074A-7CFBF1C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07C1-3851-1E5F-3BB4-5C1C782B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D50B-CC0F-8A9E-498C-73AC2B22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9EF06-3A1C-CFCE-0F61-B6EA0C83E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5B8E1-CEBB-4237-0D49-C68E2F288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525BA-BA2F-225A-5B95-B0ECB1CA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9E271-67EE-C123-832F-E1927A4E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9F074-CAD6-0490-3041-8C58AE82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15B9-582F-2005-45C3-375FC1273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7B44C-8BC7-4E95-986C-8556B5DA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043C7-D29A-BB86-B1A2-01406DDC5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356BF-C192-B5D5-9170-68F94A644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24A05-56C9-8797-A857-92CEBAE8C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C4F6C-B390-4686-EB84-8A9F9077A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E9A43-57B2-9D3A-280D-09143DE25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97854-50F6-2E5A-D6DC-CF9F95E3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6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74C7-8C67-07E1-1593-6048593B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27B5D-868A-5512-14AD-A5CB82D9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2CF44-AB05-9BC0-8AC3-F22644B20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15B6A-228C-DC7F-52E6-BB04C9D3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0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63622-C79F-D2CC-606F-9EAFC427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C2445-CD1D-7D80-02E7-BEAA3850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79375-9796-EC47-5863-29060A69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7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84C7-3B07-927D-937E-4131F159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ADC75-EE8F-4280-DF5C-45CD32DF8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15C4A-5F67-5FAE-89FF-E259C9E95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7C856-5B07-DC49-0D22-422DA35E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D76D4-4531-1544-7151-68409B3B7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A30E-54FF-017C-D589-A1046357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63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337B-0B5C-38E3-4C6F-8E7C6532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14442-D852-3299-96CD-5F5D2F5D7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BEE4E-5642-C526-1B7E-27FD48FEC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0FBDC-A031-5B77-9DA6-87CD2204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6068A-F36E-B49C-007F-98A4ABCD3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6756A-CED7-DAB2-AFDA-D95DB1CD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9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3F23-3024-5AD6-929D-3AB1D7A90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5C659-2AAC-38D8-7680-2DEA488EB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67937-E473-6BA5-C906-03FA5FB3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97C7E-5990-DF71-08DA-0EB2D45D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FCB86-D260-20F6-8119-74B73C37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3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24C5C-5652-93A4-181B-937BE1E29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D4F81-9E1F-7680-6F1C-1E1E284AB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ACD81-4294-5F36-5013-322E8568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0A5A7-DF02-520F-F72D-68E81E6F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1912-C717-64BC-3328-8BEFD1C2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209C1-4076-A892-9B7B-69BDCED5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7CC01-8E1E-A0BA-5820-F64F862B7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FC237-FF1A-6A60-806A-D290F3C8A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6F8DF-08BF-4AE2-9A55-7A4792DF518C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8A2BE-6F71-A721-1A06-6CDA9C446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4983A-101D-2C93-5CCB-B1696CCC8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62061-FE8F-4835-B383-0835C251F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2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isheggg/SFXlearner" TargetMode="External"/><Relationship Id="rId3" Type="http://schemas.openxmlformats.org/officeDocument/2006/relationships/hyperlink" Target="https://drive.google.com/drive/folders/1hsoAle_f3V59p7-teWIXyNRBnooptaxI?usp=sharing" TargetMode="External"/><Relationship Id="rId7" Type="http://schemas.openxmlformats.org/officeDocument/2006/relationships/hyperlink" Target="https://dafx.de/paper-archive/2023/DAFx23_paper_30.pdf" TargetMode="External"/><Relationship Id="rId2" Type="http://schemas.openxmlformats.org/officeDocument/2006/relationships/hyperlink" Target="https://colab.research.google.com/drive/1kDadzi-Ox4Atqo_icURq9bR1mowJDYOd?usp=sha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zhai-lw/L3AC" TargetMode="External"/><Relationship Id="rId5" Type="http://schemas.openxmlformats.org/officeDocument/2006/relationships/hyperlink" Target="https://github.com/zhai-lw/L3AC" TargetMode="External"/><Relationship Id="rId4" Type="http://schemas.openxmlformats.org/officeDocument/2006/relationships/hyperlink" Target="https://arxiv.org/pdf/2504.04949" TargetMode="External"/><Relationship Id="rId9" Type="http://schemas.openxmlformats.org/officeDocument/2006/relationships/hyperlink" Target="https://github.com/marl/GuitarSet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B70E6-A949-BD3C-276C-F3E1550D2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100">
                <a:solidFill>
                  <a:srgbClr val="FFFFFF"/>
                </a:solidFill>
              </a:rPr>
              <a:t>L3AC Audio Tokenizer Fine Tuning for Guitar Effects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0D975-6C87-FCEF-A22F-D30195C3B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Josh Miao</a:t>
            </a:r>
          </a:p>
          <a:p>
            <a:r>
              <a:rPr lang="en-US">
                <a:solidFill>
                  <a:srgbClr val="FFFFFF"/>
                </a:solidFill>
              </a:rPr>
              <a:t>ECE 471-1 Music Information Retrieval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0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2" name="Rectangle 4121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C9EC7-4F16-D47A-3A13-0A19E790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609600"/>
            <a:ext cx="4267200" cy="135147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Audio Tokenization</a:t>
            </a:r>
          </a:p>
        </p:txBody>
      </p:sp>
      <p:pic>
        <p:nvPicPr>
          <p:cNvPr id="4100" name="Picture 4" descr="Emoticon T-shirt Smiley Emoji Free Download Png Hd - Sunglasses Thumbs ...">
            <a:extLst>
              <a:ext uri="{FF2B5EF4-FFF2-40B4-BE49-F238E27FC236}">
                <a16:creationId xmlns:a16="http://schemas.microsoft.com/office/drawing/2014/main" id="{194E315C-268C-817C-F389-4EFF5752B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3" r="30263" b="-1"/>
          <a:stretch>
            <a:fillRect/>
          </a:stretch>
        </p:blipFill>
        <p:spPr bwMode="auto">
          <a:xfrm>
            <a:off x="103216" y="-146304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A8B63-679F-0183-47D3-2D1B85772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966" y="2147357"/>
            <a:ext cx="3810000" cy="410104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Computer like numbers</a:t>
            </a: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Audio to numbers how???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Vectorization &amp; Quantization!!!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110" name="Picture 14" descr="Confused Smiley Face Clipart | Free download on ClipArtMag">
            <a:extLst>
              <a:ext uri="{FF2B5EF4-FFF2-40B4-BE49-F238E27FC236}">
                <a16:creationId xmlns:a16="http://schemas.microsoft.com/office/drawing/2014/main" id="{718ECEC6-5693-437E-127E-6F27A3C10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4" r="30205"/>
          <a:stretch>
            <a:fillRect/>
          </a:stretch>
        </p:blipFill>
        <p:spPr bwMode="auto"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10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E2FD-B404-4906-562E-E18D13ED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365125"/>
            <a:ext cx="11084859" cy="1325563"/>
          </a:xfrm>
        </p:spPr>
        <p:txBody>
          <a:bodyPr/>
          <a:lstStyle/>
          <a:p>
            <a:r>
              <a:rPr lang="en-US" u="sng" dirty="0"/>
              <a:t>L</a:t>
            </a:r>
            <a:r>
              <a:rPr lang="en-US" dirty="0"/>
              <a:t>ightweight &amp; </a:t>
            </a:r>
            <a:r>
              <a:rPr lang="en-US" u="sng" dirty="0"/>
              <a:t>L</a:t>
            </a:r>
            <a:r>
              <a:rPr lang="en-US" dirty="0"/>
              <a:t>oss</a:t>
            </a:r>
            <a:r>
              <a:rPr lang="en-US" u="sng" dirty="0"/>
              <a:t>L</a:t>
            </a:r>
            <a:r>
              <a:rPr lang="en-US" dirty="0"/>
              <a:t>ess </a:t>
            </a:r>
            <a:r>
              <a:rPr lang="en-US" u="sng" dirty="0"/>
              <a:t>A</a:t>
            </a:r>
            <a:r>
              <a:rPr lang="en-US" dirty="0"/>
              <a:t>udio </a:t>
            </a:r>
            <a:r>
              <a:rPr lang="en-US" u="sng" dirty="0"/>
              <a:t>C</a:t>
            </a:r>
            <a:r>
              <a:rPr lang="en-US" dirty="0"/>
              <a:t>odec(L3AC)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6290-216C-ADBF-B5D7-ECC10185F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Speech, Music, General Audio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483E4805-C32F-1A81-11DA-CCE9372B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2490733"/>
            <a:ext cx="9717741" cy="436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2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7AFA9-99CE-56C7-BD82-AFE76E62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L3AC Audio Tokenizer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713097-CECB-94B1-7B94-121FAC964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2337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33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86F27-9D3E-B0C4-6EE1-E50AB926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Audio Effects</a:t>
            </a:r>
          </a:p>
        </p:txBody>
      </p:sp>
      <p:pic>
        <p:nvPicPr>
          <p:cNvPr id="5" name="Picture 4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0A64C1A6-14C8-397D-3B01-B688FFF8C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678" y="48577"/>
            <a:ext cx="6988125" cy="639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3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ound system&#10;&#10;AI-generated content may be incorrect.">
            <a:extLst>
              <a:ext uri="{FF2B5EF4-FFF2-40B4-BE49-F238E27FC236}">
                <a16:creationId xmlns:a16="http://schemas.microsoft.com/office/drawing/2014/main" id="{F6068C0A-E19D-56BF-EDAF-252A26FD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581" y="1730738"/>
            <a:ext cx="5496838" cy="4603602"/>
          </a:xfrm>
          <a:prstGeom prst="rect">
            <a:avLst/>
          </a:prstGeom>
        </p:spPr>
      </p:pic>
      <p:pic>
        <p:nvPicPr>
          <p:cNvPr id="7" name="Content Placeholder 6" descr="No sign with solid fill">
            <a:extLst>
              <a:ext uri="{FF2B5EF4-FFF2-40B4-BE49-F238E27FC236}">
                <a16:creationId xmlns:a16="http://schemas.microsoft.com/office/drawing/2014/main" id="{A4F0C103-61C9-9B3E-7A26-7A8290099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9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0155" y="1751599"/>
            <a:ext cx="1677401" cy="1677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FD97F9-905F-6D04-7ABC-15401F8E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Classifier as Evaluation Metric</a:t>
            </a:r>
          </a:p>
        </p:txBody>
      </p:sp>
      <p:pic>
        <p:nvPicPr>
          <p:cNvPr id="8" name="Content Placeholder 6" descr="No sign with solid fill">
            <a:extLst>
              <a:ext uri="{FF2B5EF4-FFF2-40B4-BE49-F238E27FC236}">
                <a16:creationId xmlns:a16="http://schemas.microsoft.com/office/drawing/2014/main" id="{A50878D2-4DCB-CE85-46F0-9917A2E140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1604" y="4080069"/>
            <a:ext cx="1677401" cy="16774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DE9969-618F-9FC2-AF59-47CBFD809D50}"/>
              </a:ext>
            </a:extLst>
          </p:cNvPr>
          <p:cNvSpPr/>
          <p:nvPr/>
        </p:nvSpPr>
        <p:spPr>
          <a:xfrm>
            <a:off x="5175849" y="3519577"/>
            <a:ext cx="1407148" cy="560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MLP</a:t>
            </a:r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98ECA3AB-0BF1-9A55-EFE7-A481248B432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9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5023" y="3302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4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FA912-54D3-CC68-F628-81B52B3F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Fine Tuning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C6B3EE-A925-612B-BD80-7458E7624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2336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7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C45EE-54D4-BCE3-239D-0E4A4819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0FEAF3-4F56-2D1B-F147-D5D4DA9CBA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357383"/>
            <a:ext cx="11802957" cy="389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91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304A7-EB49-5D03-4791-25311C3C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4000"/>
              <a:t>Results Cont.</a:t>
            </a:r>
          </a:p>
        </p:txBody>
      </p:sp>
      <p:pic>
        <p:nvPicPr>
          <p:cNvPr id="3076" name="Picture 4" descr="Generated Image">
            <a:extLst>
              <a:ext uri="{FF2B5EF4-FFF2-40B4-BE49-F238E27FC236}">
                <a16:creationId xmlns:a16="http://schemas.microsoft.com/office/drawing/2014/main" id="{3CA00E93-A731-047B-68E3-C641788D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972" y="1777417"/>
            <a:ext cx="7340305" cy="420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A1432F-FE92-422F-F40A-84A2FE60C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88896"/>
              </p:ext>
            </p:extLst>
          </p:nvPr>
        </p:nvGraphicFramePr>
        <p:xfrm>
          <a:off x="7340305" y="0"/>
          <a:ext cx="4848646" cy="6858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07445">
                  <a:extLst>
                    <a:ext uri="{9D8B030D-6E8A-4147-A177-3AD203B41FA5}">
                      <a16:colId xmlns:a16="http://schemas.microsoft.com/office/drawing/2014/main" val="3372770956"/>
                    </a:ext>
                  </a:extLst>
                </a:gridCol>
                <a:gridCol w="1207445">
                  <a:extLst>
                    <a:ext uri="{9D8B030D-6E8A-4147-A177-3AD203B41FA5}">
                      <a16:colId xmlns:a16="http://schemas.microsoft.com/office/drawing/2014/main" val="964845061"/>
                    </a:ext>
                  </a:extLst>
                </a:gridCol>
                <a:gridCol w="1207445">
                  <a:extLst>
                    <a:ext uri="{9D8B030D-6E8A-4147-A177-3AD203B41FA5}">
                      <a16:colId xmlns:a16="http://schemas.microsoft.com/office/drawing/2014/main" val="3935542795"/>
                    </a:ext>
                  </a:extLst>
                </a:gridCol>
                <a:gridCol w="1226311">
                  <a:extLst>
                    <a:ext uri="{9D8B030D-6E8A-4147-A177-3AD203B41FA5}">
                      <a16:colId xmlns:a16="http://schemas.microsoft.com/office/drawing/2014/main" val="3059013489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Effect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Baseline F1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Fine-tuned F1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Improvement (%)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152093678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Micro F1</a:t>
                      </a:r>
                      <a:endParaRPr lang="en-US" sz="1000"/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0.6025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0.9126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+31.01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202997164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Macro F1</a:t>
                      </a:r>
                      <a:endParaRPr lang="en-US" sz="1000"/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0.5431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0.8540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+31.09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16932665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overdrive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0.5802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0.9537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+64.37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302164358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distortion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0.7978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0.9977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+25.06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89907777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chorus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0.6134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0.9484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+54.60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44105025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flanger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0.4143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0.8857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+113.76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306987252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phaser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0.4775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0.9215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+92.97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388260215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tremolo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0.3548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0.8263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+132.86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178110645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reverb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0.6225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0.9607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+54.33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364437799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feedback_delay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0.9792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0.9873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+0.83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40642614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slapback_delay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0.7034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0.9756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+38.69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407329520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low_boost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0.7143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0.9836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+37.70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93852344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low_reduct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0.6494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0.9714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+49.60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282203799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high_boost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0.0000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0.1429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+100.00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3740767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high_reduct</a:t>
                      </a:r>
                      <a:endParaRPr lang="en-US" sz="1000" dirty="0"/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0.1538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0.5474</a:t>
                      </a:r>
                    </a:p>
                  </a:txBody>
                  <a:tcPr marL="52715" marR="52715" marT="26358" marB="263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+255.79</a:t>
                      </a:r>
                    </a:p>
                  </a:txBody>
                  <a:tcPr marL="52715" marR="52715" marT="26358" marB="26358" anchor="ctr"/>
                </a:tc>
                <a:extLst>
                  <a:ext uri="{0D108BD9-81ED-4DB2-BD59-A6C34878D82A}">
                    <a16:rowId xmlns:a16="http://schemas.microsoft.com/office/drawing/2014/main" val="1127371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74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C920A-8E79-A7D7-6CBF-59EB5792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Notes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938B9A-4BEB-93E0-27F3-1D93C25C2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0625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36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2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Freeform: Shape 1028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5A464-2CF5-1151-BF64-5EFC45280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Visualization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45CB15-AA47-1B65-F89E-1617C730F1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283682"/>
            <a:ext cx="12054654" cy="464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84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77F6A-F0FE-B6F8-664F-5751B18B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6CEA-7172-70D7-E7F0-FBC967496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 err="1">
                <a:hlinkClick r:id="rId2"/>
              </a:rPr>
              <a:t>Colab</a:t>
            </a:r>
            <a:r>
              <a:rPr lang="en-US" sz="2200" dirty="0">
                <a:hlinkClick r:id="rId2"/>
              </a:rPr>
              <a:t> Notebook</a:t>
            </a:r>
            <a:endParaRPr lang="en-US" sz="2200" dirty="0"/>
          </a:p>
          <a:p>
            <a:r>
              <a:rPr lang="en-US" sz="2200" dirty="0">
                <a:hlinkClick r:id="rId3"/>
              </a:rPr>
              <a:t>Comprehensive Drive</a:t>
            </a:r>
            <a:endParaRPr lang="en-US" sz="2200" dirty="0"/>
          </a:p>
          <a:p>
            <a:r>
              <a:rPr lang="en-US" sz="2200" dirty="0">
                <a:hlinkClick r:id="rId4"/>
              </a:rPr>
              <a:t>L3AC Paper</a:t>
            </a:r>
            <a:endParaRPr lang="en-US" sz="2200" dirty="0"/>
          </a:p>
          <a:p>
            <a:r>
              <a:rPr lang="en-US" sz="2200" dirty="0">
                <a:hlinkClick r:id="rId5"/>
              </a:rPr>
              <a:t>L3AC GitHub</a:t>
            </a:r>
            <a:endParaRPr lang="en-US" sz="2200" dirty="0"/>
          </a:p>
          <a:p>
            <a:r>
              <a:rPr lang="en-US" sz="2200" dirty="0">
                <a:hlinkClick r:id="rId6"/>
              </a:rPr>
              <a:t>L3AC Checkpoints and Pretrained Models</a:t>
            </a:r>
            <a:endParaRPr lang="en-US" sz="2200" dirty="0"/>
          </a:p>
          <a:p>
            <a:r>
              <a:rPr lang="en-US" sz="2200" dirty="0" err="1">
                <a:hlinkClick r:id="rId7"/>
              </a:rPr>
              <a:t>DAFx</a:t>
            </a:r>
            <a:r>
              <a:rPr lang="en-US" sz="2200" dirty="0">
                <a:hlinkClick r:id="rId7"/>
              </a:rPr>
              <a:t> Paper</a:t>
            </a:r>
            <a:endParaRPr lang="en-US" sz="2200" dirty="0"/>
          </a:p>
          <a:p>
            <a:r>
              <a:rPr lang="en-US" sz="2200" dirty="0">
                <a:hlinkClick r:id="rId8"/>
              </a:rPr>
              <a:t>SFX Learner GitHub</a:t>
            </a:r>
            <a:endParaRPr lang="en-US" sz="2200" dirty="0"/>
          </a:p>
          <a:p>
            <a:r>
              <a:rPr lang="en-US" sz="2200" dirty="0" err="1">
                <a:hlinkClick r:id="rId9"/>
              </a:rPr>
              <a:t>GuitarSet</a:t>
            </a:r>
            <a:r>
              <a:rPr lang="en-US" sz="2200" dirty="0">
                <a:hlinkClick r:id="rId9"/>
              </a:rPr>
              <a:t> GitHub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5370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BE74-ADFE-65A8-E22F-D1706CDC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8AB7C-CB76-285D-337E-1C053DA8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1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3255</TotalTime>
  <Words>262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L3AC Audio Tokenizer Fine Tuning for Guitar Effects</vt:lpstr>
      <vt:lpstr>Audio Tokenization</vt:lpstr>
      <vt:lpstr>Lightweight &amp; LossLess Audio Codec(L3AC)</vt:lpstr>
      <vt:lpstr>L3AC Audio Tokenizer</vt:lpstr>
      <vt:lpstr>Audio Effects</vt:lpstr>
      <vt:lpstr>Classifier as Evaluation Metric</vt:lpstr>
      <vt:lpstr>Fine Tuning</vt:lpstr>
      <vt:lpstr>Results</vt:lpstr>
      <vt:lpstr>Results Cont.</vt:lpstr>
      <vt:lpstr>Notes</vt:lpstr>
      <vt:lpstr>Feature Visualization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Miao</dc:creator>
  <cp:lastModifiedBy>Josh Miao</cp:lastModifiedBy>
  <cp:revision>1</cp:revision>
  <dcterms:created xsi:type="dcterms:W3CDTF">2025-12-15T10:43:04Z</dcterms:created>
  <dcterms:modified xsi:type="dcterms:W3CDTF">2025-12-22T04:21:53Z</dcterms:modified>
</cp:coreProperties>
</file>